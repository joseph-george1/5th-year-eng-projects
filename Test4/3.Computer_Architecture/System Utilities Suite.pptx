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191F"/>
    <a:srgbClr val="182629"/>
    <a:srgbClr val="FEFEFE"/>
    <a:srgbClr val="1726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621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D78767-12D4-4510-9D64-9F368FDC401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2_2" csCatId="accent2" phldr="1"/>
      <dgm:spPr/>
      <dgm:t>
        <a:bodyPr/>
        <a:lstStyle/>
        <a:p>
          <a:endParaRPr lang="en-US"/>
        </a:p>
      </dgm:t>
    </dgm:pt>
    <dgm:pt modelId="{6D3670DB-57B7-433C-BE24-D6E118985FF3}">
      <dgm:prSet custT="1"/>
      <dgm:spPr/>
      <dgm:t>
        <a:bodyPr/>
        <a:lstStyle/>
        <a:p>
          <a:r>
            <a:rPr lang="en-US" sz="1800" b="1" i="0" baseline="0" dirty="0"/>
            <a:t>Direct Kernel Interfacing:</a:t>
          </a:r>
          <a:r>
            <a:rPr lang="en-US" sz="1800" b="0" i="0" baseline="0" dirty="0"/>
            <a:t> Uses </a:t>
          </a:r>
          <a:r>
            <a:rPr lang="en-US" sz="1800" b="0" i="0" baseline="0" dirty="0" err="1"/>
            <a:t>syscall</a:t>
          </a:r>
          <a:r>
            <a:rPr lang="en-US" sz="1800" b="0" i="0" baseline="0" dirty="0"/>
            <a:t> (64-bit) instead of standard C libraries (</a:t>
          </a:r>
          <a:r>
            <a:rPr lang="en-US" sz="1800" b="0" i="0" baseline="0" dirty="0" err="1"/>
            <a:t>libc</a:t>
          </a:r>
          <a:r>
            <a:rPr lang="en-US" sz="1800" b="0" i="0" baseline="0" dirty="0"/>
            <a:t>).</a:t>
          </a:r>
          <a:endParaRPr lang="en-US" sz="1800" dirty="0"/>
        </a:p>
      </dgm:t>
    </dgm:pt>
    <dgm:pt modelId="{9FF4A4F9-FEB9-462E-826A-86DDE9343356}" type="parTrans" cxnId="{45ADDDC2-EAF8-4043-8E6D-99C16D108443}">
      <dgm:prSet/>
      <dgm:spPr/>
      <dgm:t>
        <a:bodyPr/>
        <a:lstStyle/>
        <a:p>
          <a:endParaRPr lang="en-US" sz="2800"/>
        </a:p>
      </dgm:t>
    </dgm:pt>
    <dgm:pt modelId="{77EAD9F5-A81E-491B-A8AA-D2269F15E647}" type="sibTrans" cxnId="{45ADDDC2-EAF8-4043-8E6D-99C16D108443}">
      <dgm:prSet/>
      <dgm:spPr/>
      <dgm:t>
        <a:bodyPr/>
        <a:lstStyle/>
        <a:p>
          <a:endParaRPr lang="en-US" sz="2400"/>
        </a:p>
      </dgm:t>
    </dgm:pt>
    <dgm:pt modelId="{DB660D75-C108-442B-B56A-B5FB10833E73}">
      <dgm:prSet custT="1"/>
      <dgm:spPr/>
      <dgm:t>
        <a:bodyPr/>
        <a:lstStyle/>
        <a:p>
          <a:r>
            <a:rPr lang="en-US" sz="1800" b="1" i="0" baseline="0"/>
            <a:t>Hardware Layer:</a:t>
          </a:r>
          <a:r>
            <a:rPr lang="en-US" sz="1800" b="0" i="0" baseline="0"/>
            <a:t> Interacts directly with CPU registers (EAX, EBX, ECX, EDX).</a:t>
          </a:r>
          <a:endParaRPr lang="en-US" sz="1800"/>
        </a:p>
      </dgm:t>
    </dgm:pt>
    <dgm:pt modelId="{8C6B3B82-B590-442D-B163-F7479C5EFB2E}" type="parTrans" cxnId="{BDF9962C-6666-433E-B8F2-C4603B843B88}">
      <dgm:prSet/>
      <dgm:spPr/>
      <dgm:t>
        <a:bodyPr/>
        <a:lstStyle/>
        <a:p>
          <a:endParaRPr lang="en-US" sz="2800"/>
        </a:p>
      </dgm:t>
    </dgm:pt>
    <dgm:pt modelId="{3C7CA649-C59D-4D72-988C-DF59178AFC28}" type="sibTrans" cxnId="{BDF9962C-6666-433E-B8F2-C4603B843B88}">
      <dgm:prSet/>
      <dgm:spPr/>
      <dgm:t>
        <a:bodyPr/>
        <a:lstStyle/>
        <a:p>
          <a:endParaRPr lang="en-US" sz="2400"/>
        </a:p>
      </dgm:t>
    </dgm:pt>
    <dgm:pt modelId="{9E36179F-247F-47F6-9FB4-F9F9EF437E4B}">
      <dgm:prSet custT="1"/>
      <dgm:spPr/>
      <dgm:t>
        <a:bodyPr/>
        <a:lstStyle/>
        <a:p>
          <a:r>
            <a:rPr lang="en-US" sz="1800" b="1" i="0" baseline="0"/>
            <a:t>Key Linux Syscalls Used:</a:t>
          </a:r>
          <a:endParaRPr lang="en-US" sz="1800"/>
        </a:p>
      </dgm:t>
    </dgm:pt>
    <dgm:pt modelId="{4460766B-E547-4323-BFF6-EA941C4421EC}" type="parTrans" cxnId="{64F60AB8-8EE3-4CBC-BB69-90C0930D5178}">
      <dgm:prSet/>
      <dgm:spPr/>
      <dgm:t>
        <a:bodyPr/>
        <a:lstStyle/>
        <a:p>
          <a:endParaRPr lang="en-US" sz="2800"/>
        </a:p>
      </dgm:t>
    </dgm:pt>
    <dgm:pt modelId="{14319B4F-5FAB-45D4-A1A1-8901B7830AA6}" type="sibTrans" cxnId="{64F60AB8-8EE3-4CBC-BB69-90C0930D5178}">
      <dgm:prSet/>
      <dgm:spPr/>
      <dgm:t>
        <a:bodyPr/>
        <a:lstStyle/>
        <a:p>
          <a:endParaRPr lang="en-US" sz="2400"/>
        </a:p>
      </dgm:t>
    </dgm:pt>
    <dgm:pt modelId="{2F5A9584-B79B-46CF-A431-89231E0955D5}">
      <dgm:prSet custT="1"/>
      <dgm:spPr/>
      <dgm:t>
        <a:bodyPr/>
        <a:lstStyle/>
        <a:p>
          <a:r>
            <a:rPr lang="en-US" sz="1800" b="0" i="0" baseline="0"/>
            <a:t>SYS_READ/WRITE: High-speed I/O.</a:t>
          </a:r>
          <a:endParaRPr lang="en-US" sz="1800"/>
        </a:p>
      </dgm:t>
    </dgm:pt>
    <dgm:pt modelId="{4363A6EB-D49B-4BB4-A5B0-EE5BB2C866EA}" type="parTrans" cxnId="{F4D48440-E885-4EB5-A8E8-699414144D56}">
      <dgm:prSet/>
      <dgm:spPr/>
      <dgm:t>
        <a:bodyPr/>
        <a:lstStyle/>
        <a:p>
          <a:endParaRPr lang="en-US" sz="2800"/>
        </a:p>
      </dgm:t>
    </dgm:pt>
    <dgm:pt modelId="{F417BBEE-3735-45F5-9F04-56D78B555855}" type="sibTrans" cxnId="{F4D48440-E885-4EB5-A8E8-699414144D56}">
      <dgm:prSet/>
      <dgm:spPr/>
      <dgm:t>
        <a:bodyPr/>
        <a:lstStyle/>
        <a:p>
          <a:endParaRPr lang="en-US" sz="2400"/>
        </a:p>
      </dgm:t>
    </dgm:pt>
    <dgm:pt modelId="{671D3C22-494E-46D3-B3EB-AEB327F3DD30}">
      <dgm:prSet custT="1"/>
      <dgm:spPr/>
      <dgm:t>
        <a:bodyPr/>
        <a:lstStyle/>
        <a:p>
          <a:r>
            <a:rPr lang="en-US" sz="1800" b="0" i="0" baseline="0" dirty="0"/>
            <a:t>SYS_IOCTL: </a:t>
          </a:r>
        </a:p>
        <a:p>
          <a:r>
            <a:rPr lang="en-US" sz="1800" b="0" i="0" baseline="0" dirty="0"/>
            <a:t>For raw terminal manipulation.</a:t>
          </a:r>
          <a:endParaRPr lang="en-US" sz="1800" dirty="0"/>
        </a:p>
      </dgm:t>
    </dgm:pt>
    <dgm:pt modelId="{8F96F585-8F54-444B-AEA7-E4E4F7F71135}" type="parTrans" cxnId="{EB9E660F-3329-4CAB-8461-98863E4D3541}">
      <dgm:prSet/>
      <dgm:spPr/>
      <dgm:t>
        <a:bodyPr/>
        <a:lstStyle/>
        <a:p>
          <a:endParaRPr lang="en-US" sz="2800"/>
        </a:p>
      </dgm:t>
    </dgm:pt>
    <dgm:pt modelId="{CBDDBBC8-A0B9-4D8F-9952-9E10E0B621E8}" type="sibTrans" cxnId="{EB9E660F-3329-4CAB-8461-98863E4D3541}">
      <dgm:prSet/>
      <dgm:spPr/>
      <dgm:t>
        <a:bodyPr/>
        <a:lstStyle/>
        <a:p>
          <a:endParaRPr lang="en-US" sz="2400"/>
        </a:p>
      </dgm:t>
    </dgm:pt>
    <dgm:pt modelId="{F34AFAEE-7ED8-406B-BA5D-C308D5432E9F}">
      <dgm:prSet custT="1"/>
      <dgm:spPr/>
      <dgm:t>
        <a:bodyPr/>
        <a:lstStyle/>
        <a:p>
          <a:r>
            <a:rPr lang="en-US" sz="1800" b="0" i="0" baseline="0" dirty="0"/>
            <a:t>SYS_CLOCK_GETTIME: For nanosecond precision.</a:t>
          </a:r>
          <a:endParaRPr lang="en-US" sz="1800" dirty="0"/>
        </a:p>
      </dgm:t>
    </dgm:pt>
    <dgm:pt modelId="{40CDEE27-855F-4069-B9D9-8E4759437137}" type="parTrans" cxnId="{04014D79-D36D-4705-8DCE-793C7E56576F}">
      <dgm:prSet/>
      <dgm:spPr/>
      <dgm:t>
        <a:bodyPr/>
        <a:lstStyle/>
        <a:p>
          <a:endParaRPr lang="en-US" sz="2800"/>
        </a:p>
      </dgm:t>
    </dgm:pt>
    <dgm:pt modelId="{5E8DC8AB-F564-4291-9821-68AFAFA008A1}" type="sibTrans" cxnId="{04014D79-D36D-4705-8DCE-793C7E56576F}">
      <dgm:prSet/>
      <dgm:spPr/>
      <dgm:t>
        <a:bodyPr/>
        <a:lstStyle/>
        <a:p>
          <a:endParaRPr lang="en-US" sz="2400"/>
        </a:p>
      </dgm:t>
    </dgm:pt>
    <dgm:pt modelId="{BD30C84F-1297-4354-82C7-F0F21368DD10}" type="pres">
      <dgm:prSet presAssocID="{F1D78767-12D4-4510-9D64-9F368FDC4013}" presName="root" presStyleCnt="0">
        <dgm:presLayoutVars>
          <dgm:dir/>
          <dgm:resizeHandles val="exact"/>
        </dgm:presLayoutVars>
      </dgm:prSet>
      <dgm:spPr/>
    </dgm:pt>
    <dgm:pt modelId="{CC40B4FC-921E-41EB-80DE-721E7AE56BF2}" type="pres">
      <dgm:prSet presAssocID="{F1D78767-12D4-4510-9D64-9F368FDC4013}" presName="container" presStyleCnt="0">
        <dgm:presLayoutVars>
          <dgm:dir/>
          <dgm:resizeHandles val="exact"/>
        </dgm:presLayoutVars>
      </dgm:prSet>
      <dgm:spPr/>
    </dgm:pt>
    <dgm:pt modelId="{7D30E780-CF6E-4CB3-A099-D34063FCDAFC}" type="pres">
      <dgm:prSet presAssocID="{6D3670DB-57B7-433C-BE24-D6E118985FF3}" presName="compNode" presStyleCnt="0"/>
      <dgm:spPr/>
    </dgm:pt>
    <dgm:pt modelId="{AA5A6513-0998-411C-A4FA-D9A15CEB554E}" type="pres">
      <dgm:prSet presAssocID="{6D3670DB-57B7-433C-BE24-D6E118985FF3}" presName="iconBgRect" presStyleLbl="bgShp" presStyleIdx="0" presStyleCnt="6"/>
      <dgm:spPr/>
    </dgm:pt>
    <dgm:pt modelId="{92BB5DD5-3626-4671-9DE2-09F9500FED13}" type="pres">
      <dgm:prSet presAssocID="{6D3670DB-57B7-433C-BE24-D6E118985FF3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CE69F496-DCC6-4556-84BC-FA41DFE58C81}" type="pres">
      <dgm:prSet presAssocID="{6D3670DB-57B7-433C-BE24-D6E118985FF3}" presName="spaceRect" presStyleCnt="0"/>
      <dgm:spPr/>
    </dgm:pt>
    <dgm:pt modelId="{ECB1ECFD-CA25-4685-ACAD-88630653DA10}" type="pres">
      <dgm:prSet presAssocID="{6D3670DB-57B7-433C-BE24-D6E118985FF3}" presName="textRect" presStyleLbl="revTx" presStyleIdx="0" presStyleCnt="6">
        <dgm:presLayoutVars>
          <dgm:chMax val="1"/>
          <dgm:chPref val="1"/>
        </dgm:presLayoutVars>
      </dgm:prSet>
      <dgm:spPr/>
    </dgm:pt>
    <dgm:pt modelId="{98FB5F26-3DBE-454F-B1FC-3A0934E2F716}" type="pres">
      <dgm:prSet presAssocID="{77EAD9F5-A81E-491B-A8AA-D2269F15E647}" presName="sibTrans" presStyleLbl="sibTrans2D1" presStyleIdx="0" presStyleCnt="0"/>
      <dgm:spPr/>
    </dgm:pt>
    <dgm:pt modelId="{555A01E8-6D33-4993-9463-D1E1DBA0DE35}" type="pres">
      <dgm:prSet presAssocID="{DB660D75-C108-442B-B56A-B5FB10833E73}" presName="compNode" presStyleCnt="0"/>
      <dgm:spPr/>
    </dgm:pt>
    <dgm:pt modelId="{58FD963B-A8B2-42B5-8E6E-CFD2FCD2DEFA}" type="pres">
      <dgm:prSet presAssocID="{DB660D75-C108-442B-B56A-B5FB10833E73}" presName="iconBgRect" presStyleLbl="bgShp" presStyleIdx="1" presStyleCnt="6"/>
      <dgm:spPr/>
    </dgm:pt>
    <dgm:pt modelId="{C6C10961-1874-48EF-9AC6-760B500D2241}" type="pres">
      <dgm:prSet presAssocID="{DB660D75-C108-442B-B56A-B5FB10833E73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A0C1EE5-81E7-4DFD-8C90-533D1F91019D}" type="pres">
      <dgm:prSet presAssocID="{DB660D75-C108-442B-B56A-B5FB10833E73}" presName="spaceRect" presStyleCnt="0"/>
      <dgm:spPr/>
    </dgm:pt>
    <dgm:pt modelId="{7F4C01A6-9780-4F91-8761-14C7B8D7094C}" type="pres">
      <dgm:prSet presAssocID="{DB660D75-C108-442B-B56A-B5FB10833E73}" presName="textRect" presStyleLbl="revTx" presStyleIdx="1" presStyleCnt="6">
        <dgm:presLayoutVars>
          <dgm:chMax val="1"/>
          <dgm:chPref val="1"/>
        </dgm:presLayoutVars>
      </dgm:prSet>
      <dgm:spPr/>
    </dgm:pt>
    <dgm:pt modelId="{E82689B2-1117-4BCC-B5E4-7594EB32A559}" type="pres">
      <dgm:prSet presAssocID="{3C7CA649-C59D-4D72-988C-DF59178AFC28}" presName="sibTrans" presStyleLbl="sibTrans2D1" presStyleIdx="0" presStyleCnt="0"/>
      <dgm:spPr/>
    </dgm:pt>
    <dgm:pt modelId="{8BB947ED-A555-4AEB-8F20-69AFD55F9966}" type="pres">
      <dgm:prSet presAssocID="{9E36179F-247F-47F6-9FB4-F9F9EF437E4B}" presName="compNode" presStyleCnt="0"/>
      <dgm:spPr/>
    </dgm:pt>
    <dgm:pt modelId="{6F03111C-1236-461D-9C23-B0E1A28F2EC1}" type="pres">
      <dgm:prSet presAssocID="{9E36179F-247F-47F6-9FB4-F9F9EF437E4B}" presName="iconBgRect" presStyleLbl="bgShp" presStyleIdx="2" presStyleCnt="6"/>
      <dgm:spPr/>
    </dgm:pt>
    <dgm:pt modelId="{4C4758A0-7607-454A-9913-E722C6F29809}" type="pres">
      <dgm:prSet presAssocID="{9E36179F-247F-47F6-9FB4-F9F9EF437E4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768BAD70-67B3-4BE6-8421-D700E910AAEE}" type="pres">
      <dgm:prSet presAssocID="{9E36179F-247F-47F6-9FB4-F9F9EF437E4B}" presName="spaceRect" presStyleCnt="0"/>
      <dgm:spPr/>
    </dgm:pt>
    <dgm:pt modelId="{5FA73CD1-2644-4F89-A1D6-08CDA06C4059}" type="pres">
      <dgm:prSet presAssocID="{9E36179F-247F-47F6-9FB4-F9F9EF437E4B}" presName="textRect" presStyleLbl="revTx" presStyleIdx="2" presStyleCnt="6">
        <dgm:presLayoutVars>
          <dgm:chMax val="1"/>
          <dgm:chPref val="1"/>
        </dgm:presLayoutVars>
      </dgm:prSet>
      <dgm:spPr/>
    </dgm:pt>
    <dgm:pt modelId="{79F7FD16-9AD3-4097-BF6E-34C7861E27D2}" type="pres">
      <dgm:prSet presAssocID="{14319B4F-5FAB-45D4-A1A1-8901B7830AA6}" presName="sibTrans" presStyleLbl="sibTrans2D1" presStyleIdx="0" presStyleCnt="0"/>
      <dgm:spPr/>
    </dgm:pt>
    <dgm:pt modelId="{B9867C00-3358-41A3-94B1-9F1D5F275284}" type="pres">
      <dgm:prSet presAssocID="{2F5A9584-B79B-46CF-A431-89231E0955D5}" presName="compNode" presStyleCnt="0"/>
      <dgm:spPr/>
    </dgm:pt>
    <dgm:pt modelId="{D1A9DB31-41BE-44FA-998B-E9D4BFC0B7CC}" type="pres">
      <dgm:prSet presAssocID="{2F5A9584-B79B-46CF-A431-89231E0955D5}" presName="iconBgRect" presStyleLbl="bgShp" presStyleIdx="3" presStyleCnt="6"/>
      <dgm:spPr/>
    </dgm:pt>
    <dgm:pt modelId="{D9B1C396-F41C-4E3E-8874-A69A5380D9B9}" type="pres">
      <dgm:prSet presAssocID="{2F5A9584-B79B-46CF-A431-89231E0955D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00F104C5-7701-40BB-8F28-7EE157B142A4}" type="pres">
      <dgm:prSet presAssocID="{2F5A9584-B79B-46CF-A431-89231E0955D5}" presName="spaceRect" presStyleCnt="0"/>
      <dgm:spPr/>
    </dgm:pt>
    <dgm:pt modelId="{D1E97812-A6A7-4C08-A4C6-0FACF851159F}" type="pres">
      <dgm:prSet presAssocID="{2F5A9584-B79B-46CF-A431-89231E0955D5}" presName="textRect" presStyleLbl="revTx" presStyleIdx="3" presStyleCnt="6">
        <dgm:presLayoutVars>
          <dgm:chMax val="1"/>
          <dgm:chPref val="1"/>
        </dgm:presLayoutVars>
      </dgm:prSet>
      <dgm:spPr/>
    </dgm:pt>
    <dgm:pt modelId="{7116B304-5E6A-4A44-926F-BB77C7E5EDAF}" type="pres">
      <dgm:prSet presAssocID="{F417BBEE-3735-45F5-9F04-56D78B555855}" presName="sibTrans" presStyleLbl="sibTrans2D1" presStyleIdx="0" presStyleCnt="0"/>
      <dgm:spPr/>
    </dgm:pt>
    <dgm:pt modelId="{2AC5F5ED-6DD8-4FEB-B058-58F83596C344}" type="pres">
      <dgm:prSet presAssocID="{671D3C22-494E-46D3-B3EB-AEB327F3DD30}" presName="compNode" presStyleCnt="0"/>
      <dgm:spPr/>
    </dgm:pt>
    <dgm:pt modelId="{13F9FF38-EAF5-4FDD-A0CA-813DA673C015}" type="pres">
      <dgm:prSet presAssocID="{671D3C22-494E-46D3-B3EB-AEB327F3DD30}" presName="iconBgRect" presStyleLbl="bgShp" presStyleIdx="4" presStyleCnt="6"/>
      <dgm:spPr/>
    </dgm:pt>
    <dgm:pt modelId="{32DAB0E2-816B-4446-9F74-8CB3A2289114}" type="pres">
      <dgm:prSet presAssocID="{671D3C22-494E-46D3-B3EB-AEB327F3DD30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 dropper"/>
        </a:ext>
      </dgm:extLst>
    </dgm:pt>
    <dgm:pt modelId="{B159FAD7-E107-4BF6-B5C2-2ACBC548C456}" type="pres">
      <dgm:prSet presAssocID="{671D3C22-494E-46D3-B3EB-AEB327F3DD30}" presName="spaceRect" presStyleCnt="0"/>
      <dgm:spPr/>
    </dgm:pt>
    <dgm:pt modelId="{639DDA16-8627-4E77-9CAA-602FB80A9F2D}" type="pres">
      <dgm:prSet presAssocID="{671D3C22-494E-46D3-B3EB-AEB327F3DD30}" presName="textRect" presStyleLbl="revTx" presStyleIdx="4" presStyleCnt="6">
        <dgm:presLayoutVars>
          <dgm:chMax val="1"/>
          <dgm:chPref val="1"/>
        </dgm:presLayoutVars>
      </dgm:prSet>
      <dgm:spPr/>
    </dgm:pt>
    <dgm:pt modelId="{DCF24356-5792-44FF-8B49-8973279BC5F9}" type="pres">
      <dgm:prSet presAssocID="{CBDDBBC8-A0B9-4D8F-9952-9E10E0B621E8}" presName="sibTrans" presStyleLbl="sibTrans2D1" presStyleIdx="0" presStyleCnt="0"/>
      <dgm:spPr/>
    </dgm:pt>
    <dgm:pt modelId="{5425BB88-DE23-4BB5-89BF-4BECF80DA416}" type="pres">
      <dgm:prSet presAssocID="{F34AFAEE-7ED8-406B-BA5D-C308D5432E9F}" presName="compNode" presStyleCnt="0"/>
      <dgm:spPr/>
    </dgm:pt>
    <dgm:pt modelId="{F2AE9CC0-D005-4557-9084-6F847B16F426}" type="pres">
      <dgm:prSet presAssocID="{F34AFAEE-7ED8-406B-BA5D-C308D5432E9F}" presName="iconBgRect" presStyleLbl="bgShp" presStyleIdx="5" presStyleCnt="6"/>
      <dgm:spPr/>
    </dgm:pt>
    <dgm:pt modelId="{B846B508-CAE2-40C6-A7AB-1621B698ECD3}" type="pres">
      <dgm:prSet presAssocID="{F34AFAEE-7ED8-406B-BA5D-C308D5432E9F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F4ED18B8-7202-45AC-8BEE-2D65047581FA}" type="pres">
      <dgm:prSet presAssocID="{F34AFAEE-7ED8-406B-BA5D-C308D5432E9F}" presName="spaceRect" presStyleCnt="0"/>
      <dgm:spPr/>
    </dgm:pt>
    <dgm:pt modelId="{A345CED5-F2EE-4681-A1DD-4DC8EE6249F5}" type="pres">
      <dgm:prSet presAssocID="{F34AFAEE-7ED8-406B-BA5D-C308D5432E9F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7AF24204-0052-45F8-B389-8E4926A46A3D}" type="presOf" srcId="{671D3C22-494E-46D3-B3EB-AEB327F3DD30}" destId="{639DDA16-8627-4E77-9CAA-602FB80A9F2D}" srcOrd="0" destOrd="0" presId="urn:microsoft.com/office/officeart/2018/2/layout/IconCircleList"/>
    <dgm:cxn modelId="{EB9E660F-3329-4CAB-8461-98863E4D3541}" srcId="{F1D78767-12D4-4510-9D64-9F368FDC4013}" destId="{671D3C22-494E-46D3-B3EB-AEB327F3DD30}" srcOrd="4" destOrd="0" parTransId="{8F96F585-8F54-444B-AEA7-E4E4F7F71135}" sibTransId="{CBDDBBC8-A0B9-4D8F-9952-9E10E0B621E8}"/>
    <dgm:cxn modelId="{BDF9962C-6666-433E-B8F2-C4603B843B88}" srcId="{F1D78767-12D4-4510-9D64-9F368FDC4013}" destId="{DB660D75-C108-442B-B56A-B5FB10833E73}" srcOrd="1" destOrd="0" parTransId="{8C6B3B82-B590-442D-B163-F7479C5EFB2E}" sibTransId="{3C7CA649-C59D-4D72-988C-DF59178AFC28}"/>
    <dgm:cxn modelId="{F4D48440-E885-4EB5-A8E8-699414144D56}" srcId="{F1D78767-12D4-4510-9D64-9F368FDC4013}" destId="{2F5A9584-B79B-46CF-A431-89231E0955D5}" srcOrd="3" destOrd="0" parTransId="{4363A6EB-D49B-4BB4-A5B0-EE5BB2C866EA}" sibTransId="{F417BBEE-3735-45F5-9F04-56D78B555855}"/>
    <dgm:cxn modelId="{EAF4A140-2D03-45B6-A8AC-78097A8997EE}" type="presOf" srcId="{77EAD9F5-A81E-491B-A8AA-D2269F15E647}" destId="{98FB5F26-3DBE-454F-B1FC-3A0934E2F716}" srcOrd="0" destOrd="0" presId="urn:microsoft.com/office/officeart/2018/2/layout/IconCircleList"/>
    <dgm:cxn modelId="{570FA963-2D0A-44E7-8398-9E1EE93B9596}" type="presOf" srcId="{2F5A9584-B79B-46CF-A431-89231E0955D5}" destId="{D1E97812-A6A7-4C08-A4C6-0FACF851159F}" srcOrd="0" destOrd="0" presId="urn:microsoft.com/office/officeart/2018/2/layout/IconCircleList"/>
    <dgm:cxn modelId="{04014D79-D36D-4705-8DCE-793C7E56576F}" srcId="{F1D78767-12D4-4510-9D64-9F368FDC4013}" destId="{F34AFAEE-7ED8-406B-BA5D-C308D5432E9F}" srcOrd="5" destOrd="0" parTransId="{40CDEE27-855F-4069-B9D9-8E4759437137}" sibTransId="{5E8DC8AB-F564-4291-9821-68AFAFA008A1}"/>
    <dgm:cxn modelId="{E786817C-AC90-490E-9A8A-20DEBFA0CCE6}" type="presOf" srcId="{F34AFAEE-7ED8-406B-BA5D-C308D5432E9F}" destId="{A345CED5-F2EE-4681-A1DD-4DC8EE6249F5}" srcOrd="0" destOrd="0" presId="urn:microsoft.com/office/officeart/2018/2/layout/IconCircleList"/>
    <dgm:cxn modelId="{2072CE85-FC33-4B2A-A648-D3075CF3CE83}" type="presOf" srcId="{3C7CA649-C59D-4D72-988C-DF59178AFC28}" destId="{E82689B2-1117-4BCC-B5E4-7594EB32A559}" srcOrd="0" destOrd="0" presId="urn:microsoft.com/office/officeart/2018/2/layout/IconCircleList"/>
    <dgm:cxn modelId="{96816C86-3E24-4A65-A468-DCFF093D7C96}" type="presOf" srcId="{F1D78767-12D4-4510-9D64-9F368FDC4013}" destId="{BD30C84F-1297-4354-82C7-F0F21368DD10}" srcOrd="0" destOrd="0" presId="urn:microsoft.com/office/officeart/2018/2/layout/IconCircleList"/>
    <dgm:cxn modelId="{75EF36A0-D33B-4B2A-93A4-6497179F769F}" type="presOf" srcId="{F417BBEE-3735-45F5-9F04-56D78B555855}" destId="{7116B304-5E6A-4A44-926F-BB77C7E5EDAF}" srcOrd="0" destOrd="0" presId="urn:microsoft.com/office/officeart/2018/2/layout/IconCircleList"/>
    <dgm:cxn modelId="{C02BE3AE-7BDE-45C7-B276-2385D8523887}" type="presOf" srcId="{14319B4F-5FAB-45D4-A1A1-8901B7830AA6}" destId="{79F7FD16-9AD3-4097-BF6E-34C7861E27D2}" srcOrd="0" destOrd="0" presId="urn:microsoft.com/office/officeart/2018/2/layout/IconCircleList"/>
    <dgm:cxn modelId="{64F60AB8-8EE3-4CBC-BB69-90C0930D5178}" srcId="{F1D78767-12D4-4510-9D64-9F368FDC4013}" destId="{9E36179F-247F-47F6-9FB4-F9F9EF437E4B}" srcOrd="2" destOrd="0" parTransId="{4460766B-E547-4323-BFF6-EA941C4421EC}" sibTransId="{14319B4F-5FAB-45D4-A1A1-8901B7830AA6}"/>
    <dgm:cxn modelId="{B3BEFBB8-003E-4117-ADFF-C3F004FEB904}" type="presOf" srcId="{DB660D75-C108-442B-B56A-B5FB10833E73}" destId="{7F4C01A6-9780-4F91-8761-14C7B8D7094C}" srcOrd="0" destOrd="0" presId="urn:microsoft.com/office/officeart/2018/2/layout/IconCircleList"/>
    <dgm:cxn modelId="{FAD834BA-8CD8-4A43-AE32-00C9355D8D3C}" type="presOf" srcId="{6D3670DB-57B7-433C-BE24-D6E118985FF3}" destId="{ECB1ECFD-CA25-4685-ACAD-88630653DA10}" srcOrd="0" destOrd="0" presId="urn:microsoft.com/office/officeart/2018/2/layout/IconCircleList"/>
    <dgm:cxn modelId="{45ADDDC2-EAF8-4043-8E6D-99C16D108443}" srcId="{F1D78767-12D4-4510-9D64-9F368FDC4013}" destId="{6D3670DB-57B7-433C-BE24-D6E118985FF3}" srcOrd="0" destOrd="0" parTransId="{9FF4A4F9-FEB9-462E-826A-86DDE9343356}" sibTransId="{77EAD9F5-A81E-491B-A8AA-D2269F15E647}"/>
    <dgm:cxn modelId="{98CCAFD0-FC97-431C-9B9E-7E8077F5B087}" type="presOf" srcId="{9E36179F-247F-47F6-9FB4-F9F9EF437E4B}" destId="{5FA73CD1-2644-4F89-A1D6-08CDA06C4059}" srcOrd="0" destOrd="0" presId="urn:microsoft.com/office/officeart/2018/2/layout/IconCircleList"/>
    <dgm:cxn modelId="{82BE7AF1-8C5B-4235-A761-13E08FA20874}" type="presOf" srcId="{CBDDBBC8-A0B9-4D8F-9952-9E10E0B621E8}" destId="{DCF24356-5792-44FF-8B49-8973279BC5F9}" srcOrd="0" destOrd="0" presId="urn:microsoft.com/office/officeart/2018/2/layout/IconCircleList"/>
    <dgm:cxn modelId="{FE6963BF-3F32-4F4F-8E4F-777BDF80712B}" type="presParOf" srcId="{BD30C84F-1297-4354-82C7-F0F21368DD10}" destId="{CC40B4FC-921E-41EB-80DE-721E7AE56BF2}" srcOrd="0" destOrd="0" presId="urn:microsoft.com/office/officeart/2018/2/layout/IconCircleList"/>
    <dgm:cxn modelId="{036EF069-4D1B-4294-A012-52E3E66CE773}" type="presParOf" srcId="{CC40B4FC-921E-41EB-80DE-721E7AE56BF2}" destId="{7D30E780-CF6E-4CB3-A099-D34063FCDAFC}" srcOrd="0" destOrd="0" presId="urn:microsoft.com/office/officeart/2018/2/layout/IconCircleList"/>
    <dgm:cxn modelId="{10727182-BA10-45FF-971E-413A7E31AF95}" type="presParOf" srcId="{7D30E780-CF6E-4CB3-A099-D34063FCDAFC}" destId="{AA5A6513-0998-411C-A4FA-D9A15CEB554E}" srcOrd="0" destOrd="0" presId="urn:microsoft.com/office/officeart/2018/2/layout/IconCircleList"/>
    <dgm:cxn modelId="{41108565-35BC-4856-8774-305090063039}" type="presParOf" srcId="{7D30E780-CF6E-4CB3-A099-D34063FCDAFC}" destId="{92BB5DD5-3626-4671-9DE2-09F9500FED13}" srcOrd="1" destOrd="0" presId="urn:microsoft.com/office/officeart/2018/2/layout/IconCircleList"/>
    <dgm:cxn modelId="{1C62C159-33D9-4B9B-A4AF-869249045165}" type="presParOf" srcId="{7D30E780-CF6E-4CB3-A099-D34063FCDAFC}" destId="{CE69F496-DCC6-4556-84BC-FA41DFE58C81}" srcOrd="2" destOrd="0" presId="urn:microsoft.com/office/officeart/2018/2/layout/IconCircleList"/>
    <dgm:cxn modelId="{9D1DA937-5D29-4213-A7D2-CFCA8F427869}" type="presParOf" srcId="{7D30E780-CF6E-4CB3-A099-D34063FCDAFC}" destId="{ECB1ECFD-CA25-4685-ACAD-88630653DA10}" srcOrd="3" destOrd="0" presId="urn:microsoft.com/office/officeart/2018/2/layout/IconCircleList"/>
    <dgm:cxn modelId="{0E9EBF46-5BD5-4AFD-908D-AB097E4E847A}" type="presParOf" srcId="{CC40B4FC-921E-41EB-80DE-721E7AE56BF2}" destId="{98FB5F26-3DBE-454F-B1FC-3A0934E2F716}" srcOrd="1" destOrd="0" presId="urn:microsoft.com/office/officeart/2018/2/layout/IconCircleList"/>
    <dgm:cxn modelId="{70F28FAB-3D36-4E6E-ACD5-9524DADBD966}" type="presParOf" srcId="{CC40B4FC-921E-41EB-80DE-721E7AE56BF2}" destId="{555A01E8-6D33-4993-9463-D1E1DBA0DE35}" srcOrd="2" destOrd="0" presId="urn:microsoft.com/office/officeart/2018/2/layout/IconCircleList"/>
    <dgm:cxn modelId="{BC58DB9A-105B-4543-9D64-2CDE9C170779}" type="presParOf" srcId="{555A01E8-6D33-4993-9463-D1E1DBA0DE35}" destId="{58FD963B-A8B2-42B5-8E6E-CFD2FCD2DEFA}" srcOrd="0" destOrd="0" presId="urn:microsoft.com/office/officeart/2018/2/layout/IconCircleList"/>
    <dgm:cxn modelId="{C7CCB851-7B31-4652-9614-2767B77E177C}" type="presParOf" srcId="{555A01E8-6D33-4993-9463-D1E1DBA0DE35}" destId="{C6C10961-1874-48EF-9AC6-760B500D2241}" srcOrd="1" destOrd="0" presId="urn:microsoft.com/office/officeart/2018/2/layout/IconCircleList"/>
    <dgm:cxn modelId="{DBD74050-D15C-4E6D-BA78-4A131E13331C}" type="presParOf" srcId="{555A01E8-6D33-4993-9463-D1E1DBA0DE35}" destId="{EA0C1EE5-81E7-4DFD-8C90-533D1F91019D}" srcOrd="2" destOrd="0" presId="urn:microsoft.com/office/officeart/2018/2/layout/IconCircleList"/>
    <dgm:cxn modelId="{41A1D3D5-6F68-4CF4-853B-3AD64B93E9BB}" type="presParOf" srcId="{555A01E8-6D33-4993-9463-D1E1DBA0DE35}" destId="{7F4C01A6-9780-4F91-8761-14C7B8D7094C}" srcOrd="3" destOrd="0" presId="urn:microsoft.com/office/officeart/2018/2/layout/IconCircleList"/>
    <dgm:cxn modelId="{B0FB5CAB-EEC8-4731-ABE3-003D3E3445B2}" type="presParOf" srcId="{CC40B4FC-921E-41EB-80DE-721E7AE56BF2}" destId="{E82689B2-1117-4BCC-B5E4-7594EB32A559}" srcOrd="3" destOrd="0" presId="urn:microsoft.com/office/officeart/2018/2/layout/IconCircleList"/>
    <dgm:cxn modelId="{7EDC1246-EE2E-49FF-83EB-E4E1BCBC722B}" type="presParOf" srcId="{CC40B4FC-921E-41EB-80DE-721E7AE56BF2}" destId="{8BB947ED-A555-4AEB-8F20-69AFD55F9966}" srcOrd="4" destOrd="0" presId="urn:microsoft.com/office/officeart/2018/2/layout/IconCircleList"/>
    <dgm:cxn modelId="{9ABD7013-AA3E-47A8-A6D1-8F6001F5211E}" type="presParOf" srcId="{8BB947ED-A555-4AEB-8F20-69AFD55F9966}" destId="{6F03111C-1236-461D-9C23-B0E1A28F2EC1}" srcOrd="0" destOrd="0" presId="urn:microsoft.com/office/officeart/2018/2/layout/IconCircleList"/>
    <dgm:cxn modelId="{198840E5-C486-491D-A19C-A12EB40CC28A}" type="presParOf" srcId="{8BB947ED-A555-4AEB-8F20-69AFD55F9966}" destId="{4C4758A0-7607-454A-9913-E722C6F29809}" srcOrd="1" destOrd="0" presId="urn:microsoft.com/office/officeart/2018/2/layout/IconCircleList"/>
    <dgm:cxn modelId="{931C35B1-F256-4EDD-92E3-5AB128D5896C}" type="presParOf" srcId="{8BB947ED-A555-4AEB-8F20-69AFD55F9966}" destId="{768BAD70-67B3-4BE6-8421-D700E910AAEE}" srcOrd="2" destOrd="0" presId="urn:microsoft.com/office/officeart/2018/2/layout/IconCircleList"/>
    <dgm:cxn modelId="{0545133D-D43E-415C-834E-B0178A0BA820}" type="presParOf" srcId="{8BB947ED-A555-4AEB-8F20-69AFD55F9966}" destId="{5FA73CD1-2644-4F89-A1D6-08CDA06C4059}" srcOrd="3" destOrd="0" presId="urn:microsoft.com/office/officeart/2018/2/layout/IconCircleList"/>
    <dgm:cxn modelId="{0440AFD4-94CD-49DE-BD4E-819484014940}" type="presParOf" srcId="{CC40B4FC-921E-41EB-80DE-721E7AE56BF2}" destId="{79F7FD16-9AD3-4097-BF6E-34C7861E27D2}" srcOrd="5" destOrd="0" presId="urn:microsoft.com/office/officeart/2018/2/layout/IconCircleList"/>
    <dgm:cxn modelId="{17248BFE-F2F0-446A-9C2E-DA844ECBA599}" type="presParOf" srcId="{CC40B4FC-921E-41EB-80DE-721E7AE56BF2}" destId="{B9867C00-3358-41A3-94B1-9F1D5F275284}" srcOrd="6" destOrd="0" presId="urn:microsoft.com/office/officeart/2018/2/layout/IconCircleList"/>
    <dgm:cxn modelId="{81A835B9-972F-40FA-89DC-60765B76F365}" type="presParOf" srcId="{B9867C00-3358-41A3-94B1-9F1D5F275284}" destId="{D1A9DB31-41BE-44FA-998B-E9D4BFC0B7CC}" srcOrd="0" destOrd="0" presId="urn:microsoft.com/office/officeart/2018/2/layout/IconCircleList"/>
    <dgm:cxn modelId="{B41E6D2F-BD4D-440F-B520-F49337EDED8A}" type="presParOf" srcId="{B9867C00-3358-41A3-94B1-9F1D5F275284}" destId="{D9B1C396-F41C-4E3E-8874-A69A5380D9B9}" srcOrd="1" destOrd="0" presId="urn:microsoft.com/office/officeart/2018/2/layout/IconCircleList"/>
    <dgm:cxn modelId="{408A32DE-BA16-4A25-97FE-E1C07EF5BCE1}" type="presParOf" srcId="{B9867C00-3358-41A3-94B1-9F1D5F275284}" destId="{00F104C5-7701-40BB-8F28-7EE157B142A4}" srcOrd="2" destOrd="0" presId="urn:microsoft.com/office/officeart/2018/2/layout/IconCircleList"/>
    <dgm:cxn modelId="{4DEAEF80-DEE5-41C3-B66F-6F3AD3B1EF14}" type="presParOf" srcId="{B9867C00-3358-41A3-94B1-9F1D5F275284}" destId="{D1E97812-A6A7-4C08-A4C6-0FACF851159F}" srcOrd="3" destOrd="0" presId="urn:microsoft.com/office/officeart/2018/2/layout/IconCircleList"/>
    <dgm:cxn modelId="{D13C9534-9BF9-40F5-81C7-4BDFF9216203}" type="presParOf" srcId="{CC40B4FC-921E-41EB-80DE-721E7AE56BF2}" destId="{7116B304-5E6A-4A44-926F-BB77C7E5EDAF}" srcOrd="7" destOrd="0" presId="urn:microsoft.com/office/officeart/2018/2/layout/IconCircleList"/>
    <dgm:cxn modelId="{B701CABB-B2C2-443C-9E8A-7490926D6DAF}" type="presParOf" srcId="{CC40B4FC-921E-41EB-80DE-721E7AE56BF2}" destId="{2AC5F5ED-6DD8-4FEB-B058-58F83596C344}" srcOrd="8" destOrd="0" presId="urn:microsoft.com/office/officeart/2018/2/layout/IconCircleList"/>
    <dgm:cxn modelId="{0AF33BDE-7C34-4D36-9F0E-56F2CF37E388}" type="presParOf" srcId="{2AC5F5ED-6DD8-4FEB-B058-58F83596C344}" destId="{13F9FF38-EAF5-4FDD-A0CA-813DA673C015}" srcOrd="0" destOrd="0" presId="urn:microsoft.com/office/officeart/2018/2/layout/IconCircleList"/>
    <dgm:cxn modelId="{8B63F5A3-70DE-4102-8CC5-D32EF2CD4CE6}" type="presParOf" srcId="{2AC5F5ED-6DD8-4FEB-B058-58F83596C344}" destId="{32DAB0E2-816B-4446-9F74-8CB3A2289114}" srcOrd="1" destOrd="0" presId="urn:microsoft.com/office/officeart/2018/2/layout/IconCircleList"/>
    <dgm:cxn modelId="{D63FC921-43FB-499C-A159-A57991A4F58B}" type="presParOf" srcId="{2AC5F5ED-6DD8-4FEB-B058-58F83596C344}" destId="{B159FAD7-E107-4BF6-B5C2-2ACBC548C456}" srcOrd="2" destOrd="0" presId="urn:microsoft.com/office/officeart/2018/2/layout/IconCircleList"/>
    <dgm:cxn modelId="{E67C81F9-C997-443D-ABDA-130F847B98FF}" type="presParOf" srcId="{2AC5F5ED-6DD8-4FEB-B058-58F83596C344}" destId="{639DDA16-8627-4E77-9CAA-602FB80A9F2D}" srcOrd="3" destOrd="0" presId="urn:microsoft.com/office/officeart/2018/2/layout/IconCircleList"/>
    <dgm:cxn modelId="{1133025E-13EE-4546-A321-6F72E5C462BF}" type="presParOf" srcId="{CC40B4FC-921E-41EB-80DE-721E7AE56BF2}" destId="{DCF24356-5792-44FF-8B49-8973279BC5F9}" srcOrd="9" destOrd="0" presId="urn:microsoft.com/office/officeart/2018/2/layout/IconCircleList"/>
    <dgm:cxn modelId="{C44C7E54-73E0-4040-B0FE-7158A9E94B26}" type="presParOf" srcId="{CC40B4FC-921E-41EB-80DE-721E7AE56BF2}" destId="{5425BB88-DE23-4BB5-89BF-4BECF80DA416}" srcOrd="10" destOrd="0" presId="urn:microsoft.com/office/officeart/2018/2/layout/IconCircleList"/>
    <dgm:cxn modelId="{C9819B70-B7EC-4B7A-8571-A03C8847B256}" type="presParOf" srcId="{5425BB88-DE23-4BB5-89BF-4BECF80DA416}" destId="{F2AE9CC0-D005-4557-9084-6F847B16F426}" srcOrd="0" destOrd="0" presId="urn:microsoft.com/office/officeart/2018/2/layout/IconCircleList"/>
    <dgm:cxn modelId="{88572E31-2459-493F-880C-BC17C5FDA613}" type="presParOf" srcId="{5425BB88-DE23-4BB5-89BF-4BECF80DA416}" destId="{B846B508-CAE2-40C6-A7AB-1621B698ECD3}" srcOrd="1" destOrd="0" presId="urn:microsoft.com/office/officeart/2018/2/layout/IconCircleList"/>
    <dgm:cxn modelId="{21AEF10B-4B60-4507-8BCB-814203C95535}" type="presParOf" srcId="{5425BB88-DE23-4BB5-89BF-4BECF80DA416}" destId="{F4ED18B8-7202-45AC-8BEE-2D65047581FA}" srcOrd="2" destOrd="0" presId="urn:microsoft.com/office/officeart/2018/2/layout/IconCircleList"/>
    <dgm:cxn modelId="{B7F4F4F1-DA3A-4477-A264-899BAAD17360}" type="presParOf" srcId="{5425BB88-DE23-4BB5-89BF-4BECF80DA416}" destId="{A345CED5-F2EE-4681-A1DD-4DC8EE6249F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1C4D819-5669-4A8F-A3FC-DBB0EC7D2AD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9A33CEA-DCB4-4DD2-B2F2-35864022B62E}">
      <dgm:prSet custT="1"/>
      <dgm:spPr/>
      <dgm:t>
        <a:bodyPr/>
        <a:lstStyle/>
        <a:p>
          <a:r>
            <a:rPr lang="en-US" sz="2000" b="1" i="0" baseline="0" dirty="0"/>
            <a:t>CPU Identification:</a:t>
          </a:r>
          <a:r>
            <a:rPr lang="en-US" sz="2000" b="0" i="0" baseline="0" dirty="0"/>
            <a:t> Extracts Brand String, Vendor ID, and Stepping.</a:t>
          </a:r>
          <a:endParaRPr lang="en-US" sz="2000" dirty="0"/>
        </a:p>
      </dgm:t>
    </dgm:pt>
    <dgm:pt modelId="{2B9DB6BE-F25C-4937-A8E2-DB755453ADAB}" type="parTrans" cxnId="{BA3BDE8A-84AF-49F0-B6B0-578A98D5DA4E}">
      <dgm:prSet/>
      <dgm:spPr/>
      <dgm:t>
        <a:bodyPr/>
        <a:lstStyle/>
        <a:p>
          <a:endParaRPr lang="en-US" sz="2400"/>
        </a:p>
      </dgm:t>
    </dgm:pt>
    <dgm:pt modelId="{622F35E8-8342-4CCF-A78F-AA32417B2EB0}" type="sibTrans" cxnId="{BA3BDE8A-84AF-49F0-B6B0-578A98D5DA4E}">
      <dgm:prSet/>
      <dgm:spPr/>
      <dgm:t>
        <a:bodyPr/>
        <a:lstStyle/>
        <a:p>
          <a:endParaRPr lang="en-US" sz="2400"/>
        </a:p>
      </dgm:t>
    </dgm:pt>
    <dgm:pt modelId="{C6AA6576-D8A7-4CE4-8C4D-00BF4EE663C1}">
      <dgm:prSet custT="1"/>
      <dgm:spPr/>
      <dgm:t>
        <a:bodyPr/>
        <a:lstStyle/>
        <a:p>
          <a:r>
            <a:rPr lang="en-US" sz="2000" b="1" i="0" baseline="0" dirty="0"/>
            <a:t>Feature Flags:</a:t>
          </a:r>
          <a:r>
            <a:rPr lang="en-US" sz="2000" b="0" i="0" baseline="0" dirty="0"/>
            <a:t> Detects instruction set extensions (SSE, AVX, AVX2, AES-NI).</a:t>
          </a:r>
          <a:endParaRPr lang="en-US" sz="2000" dirty="0"/>
        </a:p>
      </dgm:t>
    </dgm:pt>
    <dgm:pt modelId="{C377A7CC-3DE1-4BB2-B0CC-F14A91A6AE6E}" type="parTrans" cxnId="{576E0D11-309D-489C-8DA0-0D182A903D73}">
      <dgm:prSet/>
      <dgm:spPr/>
      <dgm:t>
        <a:bodyPr/>
        <a:lstStyle/>
        <a:p>
          <a:endParaRPr lang="en-US" sz="2400"/>
        </a:p>
      </dgm:t>
    </dgm:pt>
    <dgm:pt modelId="{538E63C9-C434-4749-98D6-51449A15BF36}" type="sibTrans" cxnId="{576E0D11-309D-489C-8DA0-0D182A903D73}">
      <dgm:prSet/>
      <dgm:spPr/>
      <dgm:t>
        <a:bodyPr/>
        <a:lstStyle/>
        <a:p>
          <a:endParaRPr lang="en-US" sz="2400"/>
        </a:p>
      </dgm:t>
    </dgm:pt>
    <dgm:pt modelId="{FCD3FDBC-5524-403F-AB79-14FF635E4359}">
      <dgm:prSet custT="1"/>
      <dgm:spPr/>
      <dgm:t>
        <a:bodyPr/>
        <a:lstStyle/>
        <a:p>
          <a:r>
            <a:rPr lang="en-US" sz="2000" b="1" i="0" baseline="0" dirty="0"/>
            <a:t>Cache Topology:</a:t>
          </a:r>
          <a:r>
            <a:rPr lang="en-US" sz="2000" b="0" i="0" baseline="0" dirty="0"/>
            <a:t> Maps L1, L2, and L3 cache hierarchies.</a:t>
          </a:r>
          <a:endParaRPr lang="en-US" sz="2000" dirty="0"/>
        </a:p>
      </dgm:t>
    </dgm:pt>
    <dgm:pt modelId="{9B574A41-3C06-4B3E-B652-31AAD0EF4ACA}" type="parTrans" cxnId="{0EEF1095-F689-4FBD-A69A-DB9BF94F9D9B}">
      <dgm:prSet/>
      <dgm:spPr/>
      <dgm:t>
        <a:bodyPr/>
        <a:lstStyle/>
        <a:p>
          <a:endParaRPr lang="en-US" sz="2400"/>
        </a:p>
      </dgm:t>
    </dgm:pt>
    <dgm:pt modelId="{F0D18B84-A0B5-4030-8A68-B2947414859D}" type="sibTrans" cxnId="{0EEF1095-F689-4FBD-A69A-DB9BF94F9D9B}">
      <dgm:prSet/>
      <dgm:spPr/>
      <dgm:t>
        <a:bodyPr/>
        <a:lstStyle/>
        <a:p>
          <a:endParaRPr lang="en-US" sz="2400"/>
        </a:p>
      </dgm:t>
    </dgm:pt>
    <dgm:pt modelId="{AB97A5B4-AE89-4CD8-877A-C945B64CCC8A}">
      <dgm:prSet custT="1"/>
      <dgm:spPr/>
      <dgm:t>
        <a:bodyPr/>
        <a:lstStyle/>
        <a:p>
          <a:r>
            <a:rPr lang="en-US" sz="2000" b="1" i="0" baseline="0" dirty="0"/>
            <a:t>Memory Parsing:</a:t>
          </a:r>
          <a:r>
            <a:rPr lang="en-US" sz="2000" b="0" i="0" baseline="0" dirty="0"/>
            <a:t> Real-time data extraction from </a:t>
          </a:r>
          <a:r>
            <a:rPr lang="en-US" sz="2000" b="0" i="0" baseline="0" dirty="0">
              <a:solidFill>
                <a:schemeClr val="bg1">
                  <a:lumMod val="85000"/>
                </a:schemeClr>
              </a:solidFill>
              <a:highlight>
                <a:srgbClr val="0E191F"/>
              </a:highlight>
            </a:rPr>
            <a:t>/proc/</a:t>
          </a:r>
          <a:r>
            <a:rPr lang="en-US" sz="2000" b="0" i="0" baseline="0" dirty="0" err="1">
              <a:solidFill>
                <a:schemeClr val="bg1">
                  <a:lumMod val="85000"/>
                </a:schemeClr>
              </a:solidFill>
              <a:highlight>
                <a:srgbClr val="0E191F"/>
              </a:highlight>
            </a:rPr>
            <a:t>meminfo</a:t>
          </a:r>
          <a:r>
            <a:rPr lang="en-US" sz="2000" b="0" i="0" baseline="0" dirty="0"/>
            <a:t>.</a:t>
          </a:r>
          <a:endParaRPr lang="en-US" sz="2000" dirty="0"/>
        </a:p>
      </dgm:t>
    </dgm:pt>
    <dgm:pt modelId="{444736C4-8838-48CF-A92A-AE247D662B68}" type="parTrans" cxnId="{FE5B69B0-FE5D-486E-B827-8A2413A4A542}">
      <dgm:prSet/>
      <dgm:spPr/>
      <dgm:t>
        <a:bodyPr/>
        <a:lstStyle/>
        <a:p>
          <a:endParaRPr lang="en-US" sz="2400"/>
        </a:p>
      </dgm:t>
    </dgm:pt>
    <dgm:pt modelId="{2BF99FE2-82EA-476B-BB4E-7792E442E5BE}" type="sibTrans" cxnId="{FE5B69B0-FE5D-486E-B827-8A2413A4A542}">
      <dgm:prSet/>
      <dgm:spPr/>
      <dgm:t>
        <a:bodyPr/>
        <a:lstStyle/>
        <a:p>
          <a:endParaRPr lang="en-US" sz="2400"/>
        </a:p>
      </dgm:t>
    </dgm:pt>
    <dgm:pt modelId="{63D27D0C-217B-4A62-AB95-6A3E51D8C88E}" type="pres">
      <dgm:prSet presAssocID="{A1C4D819-5669-4A8F-A3FC-DBB0EC7D2ADE}" presName="root" presStyleCnt="0">
        <dgm:presLayoutVars>
          <dgm:dir/>
          <dgm:resizeHandles val="exact"/>
        </dgm:presLayoutVars>
      </dgm:prSet>
      <dgm:spPr/>
    </dgm:pt>
    <dgm:pt modelId="{1DCCF6E0-E868-4EFE-9B67-BEF52A4F1B86}" type="pres">
      <dgm:prSet presAssocID="{19A33CEA-DCB4-4DD2-B2F2-35864022B62E}" presName="compNode" presStyleCnt="0"/>
      <dgm:spPr/>
    </dgm:pt>
    <dgm:pt modelId="{861086F9-DCAF-489E-ACAA-2B13EA62F876}" type="pres">
      <dgm:prSet presAssocID="{19A33CEA-DCB4-4DD2-B2F2-35864022B62E}" presName="iconRect" presStyleLbl="node1" presStyleIdx="0" presStyleCnt="4" custLinFactX="-43515" custLinFactNeighborX="-100000" custLinFactNeighborY="-1028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74E7280A-C4DF-4629-9396-DACB8F2C079D}" type="pres">
      <dgm:prSet presAssocID="{19A33CEA-DCB4-4DD2-B2F2-35864022B62E}" presName="spaceRect" presStyleCnt="0"/>
      <dgm:spPr/>
    </dgm:pt>
    <dgm:pt modelId="{2942541C-1EB8-4D97-A21E-B5E1C3FEF7F0}" type="pres">
      <dgm:prSet presAssocID="{19A33CEA-DCB4-4DD2-B2F2-35864022B62E}" presName="textRect" presStyleLbl="revTx" presStyleIdx="0" presStyleCnt="4" custLinFactNeighborX="-59456" custLinFactNeighborY="-4863">
        <dgm:presLayoutVars>
          <dgm:chMax val="1"/>
          <dgm:chPref val="1"/>
        </dgm:presLayoutVars>
      </dgm:prSet>
      <dgm:spPr/>
    </dgm:pt>
    <dgm:pt modelId="{3E066E14-9B17-418C-B66A-8D9F8B33E681}" type="pres">
      <dgm:prSet presAssocID="{622F35E8-8342-4CCF-A78F-AA32417B2EB0}" presName="sibTrans" presStyleCnt="0"/>
      <dgm:spPr/>
    </dgm:pt>
    <dgm:pt modelId="{BE83F141-31FF-4264-8AA0-83EA05030540}" type="pres">
      <dgm:prSet presAssocID="{C6AA6576-D8A7-4CE4-8C4D-00BF4EE663C1}" presName="compNode" presStyleCnt="0"/>
      <dgm:spPr/>
    </dgm:pt>
    <dgm:pt modelId="{66AEFC5C-CDD1-4BDC-BD9B-7663079DD721}" type="pres">
      <dgm:prSet presAssocID="{C6AA6576-D8A7-4CE4-8C4D-00BF4EE663C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E87B60A1-FD6D-406A-85E8-BB13FB20DB9D}" type="pres">
      <dgm:prSet presAssocID="{C6AA6576-D8A7-4CE4-8C4D-00BF4EE663C1}" presName="spaceRect" presStyleCnt="0"/>
      <dgm:spPr/>
    </dgm:pt>
    <dgm:pt modelId="{D3DB3241-05DF-4B9C-8086-74C45B761947}" type="pres">
      <dgm:prSet presAssocID="{C6AA6576-D8A7-4CE4-8C4D-00BF4EE663C1}" presName="textRect" presStyleLbl="revTx" presStyleIdx="1" presStyleCnt="4">
        <dgm:presLayoutVars>
          <dgm:chMax val="1"/>
          <dgm:chPref val="1"/>
        </dgm:presLayoutVars>
      </dgm:prSet>
      <dgm:spPr/>
    </dgm:pt>
    <dgm:pt modelId="{5DBEF011-F047-4068-A2FD-F7EAD55BEC14}" type="pres">
      <dgm:prSet presAssocID="{538E63C9-C434-4749-98D6-51449A15BF36}" presName="sibTrans" presStyleCnt="0"/>
      <dgm:spPr/>
    </dgm:pt>
    <dgm:pt modelId="{1569C66D-C9FD-4AF3-B82A-9139C625C30F}" type="pres">
      <dgm:prSet presAssocID="{FCD3FDBC-5524-403F-AB79-14FF635E4359}" presName="compNode" presStyleCnt="0"/>
      <dgm:spPr/>
    </dgm:pt>
    <dgm:pt modelId="{89AC63B6-C974-4FD7-9B9A-0281D589BFBC}" type="pres">
      <dgm:prSet presAssocID="{FCD3FDBC-5524-403F-AB79-14FF635E4359}" presName="iconRect" presStyleLbl="node1" presStyleIdx="2" presStyleCnt="4" custLinFactNeighborX="74036" custLinFactNeighborY="11390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9FEF09F-9A71-402C-A16E-8C441C68AB89}" type="pres">
      <dgm:prSet presAssocID="{FCD3FDBC-5524-403F-AB79-14FF635E4359}" presName="spaceRect" presStyleCnt="0"/>
      <dgm:spPr/>
    </dgm:pt>
    <dgm:pt modelId="{089E1CBD-B07B-402A-AD90-6204A6D42ADE}" type="pres">
      <dgm:prSet presAssocID="{FCD3FDBC-5524-403F-AB79-14FF635E4359}" presName="textRect" presStyleLbl="revTx" presStyleIdx="2" presStyleCnt="4" custLinFactNeighborX="35879" custLinFactNeighborY="682">
        <dgm:presLayoutVars>
          <dgm:chMax val="1"/>
          <dgm:chPref val="1"/>
        </dgm:presLayoutVars>
      </dgm:prSet>
      <dgm:spPr/>
    </dgm:pt>
    <dgm:pt modelId="{2A8812CF-8EB5-4E76-818B-B1C900677140}" type="pres">
      <dgm:prSet presAssocID="{F0D18B84-A0B5-4030-8A68-B2947414859D}" presName="sibTrans" presStyleCnt="0"/>
      <dgm:spPr/>
    </dgm:pt>
    <dgm:pt modelId="{0EF9AB96-8358-41E9-B895-51A147B6BF14}" type="pres">
      <dgm:prSet presAssocID="{AB97A5B4-AE89-4CD8-877A-C945B64CCC8A}" presName="compNode" presStyleCnt="0"/>
      <dgm:spPr/>
    </dgm:pt>
    <dgm:pt modelId="{EAEBAD73-DA23-4EDD-B5CB-35772FA2D06F}" type="pres">
      <dgm:prSet presAssocID="{AB97A5B4-AE89-4CD8-877A-C945B64CCC8A}" presName="iconRect" presStyleLbl="node1" presStyleIdx="3" presStyleCnt="4" custLinFactX="17507" custLinFactNeighborX="100000" custLinFactNeighborY="938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2BCA8F19-729E-484B-BCCE-EE1617309432}" type="pres">
      <dgm:prSet presAssocID="{AB97A5B4-AE89-4CD8-877A-C945B64CCC8A}" presName="spaceRect" presStyleCnt="0"/>
      <dgm:spPr/>
    </dgm:pt>
    <dgm:pt modelId="{5D198587-D587-4B93-B4F1-8DB9A794B948}" type="pres">
      <dgm:prSet presAssocID="{AB97A5B4-AE89-4CD8-877A-C945B64CCC8A}" presName="textRect" presStyleLbl="revTx" presStyleIdx="3" presStyleCnt="4" custLinFactNeighborX="53117" custLinFactNeighborY="-9420">
        <dgm:presLayoutVars>
          <dgm:chMax val="1"/>
          <dgm:chPref val="1"/>
        </dgm:presLayoutVars>
      </dgm:prSet>
      <dgm:spPr/>
    </dgm:pt>
  </dgm:ptLst>
  <dgm:cxnLst>
    <dgm:cxn modelId="{576E0D11-309D-489C-8DA0-0D182A903D73}" srcId="{A1C4D819-5669-4A8F-A3FC-DBB0EC7D2ADE}" destId="{C6AA6576-D8A7-4CE4-8C4D-00BF4EE663C1}" srcOrd="1" destOrd="0" parTransId="{C377A7CC-3DE1-4BB2-B0CC-F14A91A6AE6E}" sibTransId="{538E63C9-C434-4749-98D6-51449A15BF36}"/>
    <dgm:cxn modelId="{BC819247-027A-40BD-83F5-6012A5A74B20}" type="presOf" srcId="{19A33CEA-DCB4-4DD2-B2F2-35864022B62E}" destId="{2942541C-1EB8-4D97-A21E-B5E1C3FEF7F0}" srcOrd="0" destOrd="0" presId="urn:microsoft.com/office/officeart/2018/2/layout/IconLabelList"/>
    <dgm:cxn modelId="{AF154358-4027-4162-ABA3-632735DD46A1}" type="presOf" srcId="{C6AA6576-D8A7-4CE4-8C4D-00BF4EE663C1}" destId="{D3DB3241-05DF-4B9C-8086-74C45B761947}" srcOrd="0" destOrd="0" presId="urn:microsoft.com/office/officeart/2018/2/layout/IconLabelList"/>
    <dgm:cxn modelId="{FC104B5A-26C1-40B4-AED0-C10AF589FC52}" type="presOf" srcId="{FCD3FDBC-5524-403F-AB79-14FF635E4359}" destId="{089E1CBD-B07B-402A-AD90-6204A6D42ADE}" srcOrd="0" destOrd="0" presId="urn:microsoft.com/office/officeart/2018/2/layout/IconLabelList"/>
    <dgm:cxn modelId="{0ECC227F-8033-4322-B0AE-F7B43A8E0D28}" type="presOf" srcId="{A1C4D819-5669-4A8F-A3FC-DBB0EC7D2ADE}" destId="{63D27D0C-217B-4A62-AB95-6A3E51D8C88E}" srcOrd="0" destOrd="0" presId="urn:microsoft.com/office/officeart/2018/2/layout/IconLabelList"/>
    <dgm:cxn modelId="{BA3BDE8A-84AF-49F0-B6B0-578A98D5DA4E}" srcId="{A1C4D819-5669-4A8F-A3FC-DBB0EC7D2ADE}" destId="{19A33CEA-DCB4-4DD2-B2F2-35864022B62E}" srcOrd="0" destOrd="0" parTransId="{2B9DB6BE-F25C-4937-A8E2-DB755453ADAB}" sibTransId="{622F35E8-8342-4CCF-A78F-AA32417B2EB0}"/>
    <dgm:cxn modelId="{21D2CE93-066C-4988-8FEB-24C07A446642}" type="presOf" srcId="{AB97A5B4-AE89-4CD8-877A-C945B64CCC8A}" destId="{5D198587-D587-4B93-B4F1-8DB9A794B948}" srcOrd="0" destOrd="0" presId="urn:microsoft.com/office/officeart/2018/2/layout/IconLabelList"/>
    <dgm:cxn modelId="{0EEF1095-F689-4FBD-A69A-DB9BF94F9D9B}" srcId="{A1C4D819-5669-4A8F-A3FC-DBB0EC7D2ADE}" destId="{FCD3FDBC-5524-403F-AB79-14FF635E4359}" srcOrd="2" destOrd="0" parTransId="{9B574A41-3C06-4B3E-B652-31AAD0EF4ACA}" sibTransId="{F0D18B84-A0B5-4030-8A68-B2947414859D}"/>
    <dgm:cxn modelId="{FE5B69B0-FE5D-486E-B827-8A2413A4A542}" srcId="{A1C4D819-5669-4A8F-A3FC-DBB0EC7D2ADE}" destId="{AB97A5B4-AE89-4CD8-877A-C945B64CCC8A}" srcOrd="3" destOrd="0" parTransId="{444736C4-8838-48CF-A92A-AE247D662B68}" sibTransId="{2BF99FE2-82EA-476B-BB4E-7792E442E5BE}"/>
    <dgm:cxn modelId="{78A70063-EC45-455F-85C9-8D66A3D8AD4D}" type="presParOf" srcId="{63D27D0C-217B-4A62-AB95-6A3E51D8C88E}" destId="{1DCCF6E0-E868-4EFE-9B67-BEF52A4F1B86}" srcOrd="0" destOrd="0" presId="urn:microsoft.com/office/officeart/2018/2/layout/IconLabelList"/>
    <dgm:cxn modelId="{B815FF55-2815-48BB-80C6-356D0D2CE7FD}" type="presParOf" srcId="{1DCCF6E0-E868-4EFE-9B67-BEF52A4F1B86}" destId="{861086F9-DCAF-489E-ACAA-2B13EA62F876}" srcOrd="0" destOrd="0" presId="urn:microsoft.com/office/officeart/2018/2/layout/IconLabelList"/>
    <dgm:cxn modelId="{6341A3E0-6C1F-4466-B55E-E824B24E9D0D}" type="presParOf" srcId="{1DCCF6E0-E868-4EFE-9B67-BEF52A4F1B86}" destId="{74E7280A-C4DF-4629-9396-DACB8F2C079D}" srcOrd="1" destOrd="0" presId="urn:microsoft.com/office/officeart/2018/2/layout/IconLabelList"/>
    <dgm:cxn modelId="{E4CAFCA6-D57A-4030-AB16-65EDB1A183C3}" type="presParOf" srcId="{1DCCF6E0-E868-4EFE-9B67-BEF52A4F1B86}" destId="{2942541C-1EB8-4D97-A21E-B5E1C3FEF7F0}" srcOrd="2" destOrd="0" presId="urn:microsoft.com/office/officeart/2018/2/layout/IconLabelList"/>
    <dgm:cxn modelId="{9DE2836C-A703-479F-BDAE-D64243ECA822}" type="presParOf" srcId="{63D27D0C-217B-4A62-AB95-6A3E51D8C88E}" destId="{3E066E14-9B17-418C-B66A-8D9F8B33E681}" srcOrd="1" destOrd="0" presId="urn:microsoft.com/office/officeart/2018/2/layout/IconLabelList"/>
    <dgm:cxn modelId="{DD24DED5-5D02-4CB0-8A1C-FC1CF2F4C188}" type="presParOf" srcId="{63D27D0C-217B-4A62-AB95-6A3E51D8C88E}" destId="{BE83F141-31FF-4264-8AA0-83EA05030540}" srcOrd="2" destOrd="0" presId="urn:microsoft.com/office/officeart/2018/2/layout/IconLabelList"/>
    <dgm:cxn modelId="{F8283747-BCD6-4437-A904-677DDB79E225}" type="presParOf" srcId="{BE83F141-31FF-4264-8AA0-83EA05030540}" destId="{66AEFC5C-CDD1-4BDC-BD9B-7663079DD721}" srcOrd="0" destOrd="0" presId="urn:microsoft.com/office/officeart/2018/2/layout/IconLabelList"/>
    <dgm:cxn modelId="{B9537AEF-9C3B-4BA4-AC4B-7546C54BF02D}" type="presParOf" srcId="{BE83F141-31FF-4264-8AA0-83EA05030540}" destId="{E87B60A1-FD6D-406A-85E8-BB13FB20DB9D}" srcOrd="1" destOrd="0" presId="urn:microsoft.com/office/officeart/2018/2/layout/IconLabelList"/>
    <dgm:cxn modelId="{E13AB918-47A7-45DE-87DB-4018A31FE4AE}" type="presParOf" srcId="{BE83F141-31FF-4264-8AA0-83EA05030540}" destId="{D3DB3241-05DF-4B9C-8086-74C45B761947}" srcOrd="2" destOrd="0" presId="urn:microsoft.com/office/officeart/2018/2/layout/IconLabelList"/>
    <dgm:cxn modelId="{569106AE-22A1-44D6-AE30-539293074033}" type="presParOf" srcId="{63D27D0C-217B-4A62-AB95-6A3E51D8C88E}" destId="{5DBEF011-F047-4068-A2FD-F7EAD55BEC14}" srcOrd="3" destOrd="0" presId="urn:microsoft.com/office/officeart/2018/2/layout/IconLabelList"/>
    <dgm:cxn modelId="{18886966-7376-4887-8CB3-29E8C86908B8}" type="presParOf" srcId="{63D27D0C-217B-4A62-AB95-6A3E51D8C88E}" destId="{1569C66D-C9FD-4AF3-B82A-9139C625C30F}" srcOrd="4" destOrd="0" presId="urn:microsoft.com/office/officeart/2018/2/layout/IconLabelList"/>
    <dgm:cxn modelId="{C97E5531-1330-4047-9AB2-E6BDBA51FD81}" type="presParOf" srcId="{1569C66D-C9FD-4AF3-B82A-9139C625C30F}" destId="{89AC63B6-C974-4FD7-9B9A-0281D589BFBC}" srcOrd="0" destOrd="0" presId="urn:microsoft.com/office/officeart/2018/2/layout/IconLabelList"/>
    <dgm:cxn modelId="{BD8D1F3C-D73F-48DF-A1DA-54B7C5569778}" type="presParOf" srcId="{1569C66D-C9FD-4AF3-B82A-9139C625C30F}" destId="{99FEF09F-9A71-402C-A16E-8C441C68AB89}" srcOrd="1" destOrd="0" presId="urn:microsoft.com/office/officeart/2018/2/layout/IconLabelList"/>
    <dgm:cxn modelId="{931D9E7A-32A1-4D8F-9518-57FBF68DFAE9}" type="presParOf" srcId="{1569C66D-C9FD-4AF3-B82A-9139C625C30F}" destId="{089E1CBD-B07B-402A-AD90-6204A6D42ADE}" srcOrd="2" destOrd="0" presId="urn:microsoft.com/office/officeart/2018/2/layout/IconLabelList"/>
    <dgm:cxn modelId="{C715421D-E4D4-4F4C-8AAC-C623DF833A32}" type="presParOf" srcId="{63D27D0C-217B-4A62-AB95-6A3E51D8C88E}" destId="{2A8812CF-8EB5-4E76-818B-B1C900677140}" srcOrd="5" destOrd="0" presId="urn:microsoft.com/office/officeart/2018/2/layout/IconLabelList"/>
    <dgm:cxn modelId="{C8D9565E-512F-491E-A189-F72E958C4D8D}" type="presParOf" srcId="{63D27D0C-217B-4A62-AB95-6A3E51D8C88E}" destId="{0EF9AB96-8358-41E9-B895-51A147B6BF14}" srcOrd="6" destOrd="0" presId="urn:microsoft.com/office/officeart/2018/2/layout/IconLabelList"/>
    <dgm:cxn modelId="{9B21190D-200A-4DC5-B0C9-E5E6C3DCF1B9}" type="presParOf" srcId="{0EF9AB96-8358-41E9-B895-51A147B6BF14}" destId="{EAEBAD73-DA23-4EDD-B5CB-35772FA2D06F}" srcOrd="0" destOrd="0" presId="urn:microsoft.com/office/officeart/2018/2/layout/IconLabelList"/>
    <dgm:cxn modelId="{52222228-B07D-4967-9B11-ED1956D0AD92}" type="presParOf" srcId="{0EF9AB96-8358-41E9-B895-51A147B6BF14}" destId="{2BCA8F19-729E-484B-BCCE-EE1617309432}" srcOrd="1" destOrd="0" presId="urn:microsoft.com/office/officeart/2018/2/layout/IconLabelList"/>
    <dgm:cxn modelId="{1442BE41-0365-4FD4-82E8-50DF4844A32C}" type="presParOf" srcId="{0EF9AB96-8358-41E9-B895-51A147B6BF14}" destId="{5D198587-D587-4B93-B4F1-8DB9A794B94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5A6513-0998-411C-A4FA-D9A15CEB554E}">
      <dsp:nvSpPr>
        <dsp:cNvPr id="0" name=""/>
        <dsp:cNvSpPr/>
      </dsp:nvSpPr>
      <dsp:spPr>
        <a:xfrm>
          <a:off x="551558" y="32605"/>
          <a:ext cx="910307" cy="91030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BB5DD5-3626-4671-9DE2-09F9500FED13}">
      <dsp:nvSpPr>
        <dsp:cNvPr id="0" name=""/>
        <dsp:cNvSpPr/>
      </dsp:nvSpPr>
      <dsp:spPr>
        <a:xfrm>
          <a:off x="742723" y="223770"/>
          <a:ext cx="527978" cy="5279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B1ECFD-CA25-4685-ACAD-88630653DA10}">
      <dsp:nvSpPr>
        <dsp:cNvPr id="0" name=""/>
        <dsp:cNvSpPr/>
      </dsp:nvSpPr>
      <dsp:spPr>
        <a:xfrm>
          <a:off x="1656932" y="32605"/>
          <a:ext cx="2145724" cy="910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 dirty="0"/>
            <a:t>Direct Kernel Interfacing:</a:t>
          </a:r>
          <a:r>
            <a:rPr lang="en-US" sz="1800" b="0" i="0" kern="1200" baseline="0" dirty="0"/>
            <a:t> Uses </a:t>
          </a:r>
          <a:r>
            <a:rPr lang="en-US" sz="1800" b="0" i="0" kern="1200" baseline="0" dirty="0" err="1"/>
            <a:t>syscall</a:t>
          </a:r>
          <a:r>
            <a:rPr lang="en-US" sz="1800" b="0" i="0" kern="1200" baseline="0" dirty="0"/>
            <a:t> (64-bit) instead of standard C libraries (</a:t>
          </a:r>
          <a:r>
            <a:rPr lang="en-US" sz="1800" b="0" i="0" kern="1200" baseline="0" dirty="0" err="1"/>
            <a:t>libc</a:t>
          </a:r>
          <a:r>
            <a:rPr lang="en-US" sz="1800" b="0" i="0" kern="1200" baseline="0" dirty="0"/>
            <a:t>).</a:t>
          </a:r>
          <a:endParaRPr lang="en-US" sz="1800" kern="1200" dirty="0"/>
        </a:p>
      </dsp:txBody>
      <dsp:txXfrm>
        <a:off x="1656932" y="32605"/>
        <a:ext cx="2145724" cy="910307"/>
      </dsp:txXfrm>
    </dsp:sp>
    <dsp:sp modelId="{58FD963B-A8B2-42B5-8E6E-CFD2FCD2DEFA}">
      <dsp:nvSpPr>
        <dsp:cNvPr id="0" name=""/>
        <dsp:cNvSpPr/>
      </dsp:nvSpPr>
      <dsp:spPr>
        <a:xfrm>
          <a:off x="4176533" y="32605"/>
          <a:ext cx="910307" cy="91030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C10961-1874-48EF-9AC6-760B500D2241}">
      <dsp:nvSpPr>
        <dsp:cNvPr id="0" name=""/>
        <dsp:cNvSpPr/>
      </dsp:nvSpPr>
      <dsp:spPr>
        <a:xfrm>
          <a:off x="4367697" y="223770"/>
          <a:ext cx="527978" cy="5279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4C01A6-9780-4F91-8761-14C7B8D7094C}">
      <dsp:nvSpPr>
        <dsp:cNvPr id="0" name=""/>
        <dsp:cNvSpPr/>
      </dsp:nvSpPr>
      <dsp:spPr>
        <a:xfrm>
          <a:off x="5281906" y="32605"/>
          <a:ext cx="2145724" cy="910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Hardware Layer:</a:t>
          </a:r>
          <a:r>
            <a:rPr lang="en-US" sz="1800" b="0" i="0" kern="1200" baseline="0"/>
            <a:t> Interacts directly with CPU registers (EAX, EBX, ECX, EDX).</a:t>
          </a:r>
          <a:endParaRPr lang="en-US" sz="1800" kern="1200"/>
        </a:p>
      </dsp:txBody>
      <dsp:txXfrm>
        <a:off x="5281906" y="32605"/>
        <a:ext cx="2145724" cy="910307"/>
      </dsp:txXfrm>
    </dsp:sp>
    <dsp:sp modelId="{6F03111C-1236-461D-9C23-B0E1A28F2EC1}">
      <dsp:nvSpPr>
        <dsp:cNvPr id="0" name=""/>
        <dsp:cNvSpPr/>
      </dsp:nvSpPr>
      <dsp:spPr>
        <a:xfrm>
          <a:off x="551558" y="1663129"/>
          <a:ext cx="910307" cy="91030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4758A0-7607-454A-9913-E722C6F29809}">
      <dsp:nvSpPr>
        <dsp:cNvPr id="0" name=""/>
        <dsp:cNvSpPr/>
      </dsp:nvSpPr>
      <dsp:spPr>
        <a:xfrm>
          <a:off x="742723" y="1854293"/>
          <a:ext cx="527978" cy="5279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A73CD1-2644-4F89-A1D6-08CDA06C4059}">
      <dsp:nvSpPr>
        <dsp:cNvPr id="0" name=""/>
        <dsp:cNvSpPr/>
      </dsp:nvSpPr>
      <dsp:spPr>
        <a:xfrm>
          <a:off x="1656932" y="1663129"/>
          <a:ext cx="2145724" cy="910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Key Linux Syscalls Used:</a:t>
          </a:r>
          <a:endParaRPr lang="en-US" sz="1800" kern="1200"/>
        </a:p>
      </dsp:txBody>
      <dsp:txXfrm>
        <a:off x="1656932" y="1663129"/>
        <a:ext cx="2145724" cy="910307"/>
      </dsp:txXfrm>
    </dsp:sp>
    <dsp:sp modelId="{D1A9DB31-41BE-44FA-998B-E9D4BFC0B7CC}">
      <dsp:nvSpPr>
        <dsp:cNvPr id="0" name=""/>
        <dsp:cNvSpPr/>
      </dsp:nvSpPr>
      <dsp:spPr>
        <a:xfrm>
          <a:off x="4176533" y="1663129"/>
          <a:ext cx="910307" cy="91030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B1C396-F41C-4E3E-8874-A69A5380D9B9}">
      <dsp:nvSpPr>
        <dsp:cNvPr id="0" name=""/>
        <dsp:cNvSpPr/>
      </dsp:nvSpPr>
      <dsp:spPr>
        <a:xfrm>
          <a:off x="4367697" y="1854293"/>
          <a:ext cx="527978" cy="5279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E97812-A6A7-4C08-A4C6-0FACF851159F}">
      <dsp:nvSpPr>
        <dsp:cNvPr id="0" name=""/>
        <dsp:cNvSpPr/>
      </dsp:nvSpPr>
      <dsp:spPr>
        <a:xfrm>
          <a:off x="5281906" y="1663129"/>
          <a:ext cx="2145724" cy="910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SYS_READ/WRITE: High-speed I/O.</a:t>
          </a:r>
          <a:endParaRPr lang="en-US" sz="1800" kern="1200"/>
        </a:p>
      </dsp:txBody>
      <dsp:txXfrm>
        <a:off x="5281906" y="1663129"/>
        <a:ext cx="2145724" cy="910307"/>
      </dsp:txXfrm>
    </dsp:sp>
    <dsp:sp modelId="{13F9FF38-EAF5-4FDD-A0CA-813DA673C015}">
      <dsp:nvSpPr>
        <dsp:cNvPr id="0" name=""/>
        <dsp:cNvSpPr/>
      </dsp:nvSpPr>
      <dsp:spPr>
        <a:xfrm>
          <a:off x="551558" y="3293652"/>
          <a:ext cx="910307" cy="91030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DAB0E2-816B-4446-9F74-8CB3A2289114}">
      <dsp:nvSpPr>
        <dsp:cNvPr id="0" name=""/>
        <dsp:cNvSpPr/>
      </dsp:nvSpPr>
      <dsp:spPr>
        <a:xfrm>
          <a:off x="742723" y="3484817"/>
          <a:ext cx="527978" cy="52797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9DDA16-8627-4E77-9CAA-602FB80A9F2D}">
      <dsp:nvSpPr>
        <dsp:cNvPr id="0" name=""/>
        <dsp:cNvSpPr/>
      </dsp:nvSpPr>
      <dsp:spPr>
        <a:xfrm>
          <a:off x="1656932" y="3293652"/>
          <a:ext cx="2145724" cy="910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SYS_IOCTL: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For raw terminal manipulation.</a:t>
          </a:r>
          <a:endParaRPr lang="en-US" sz="1800" kern="1200" dirty="0"/>
        </a:p>
      </dsp:txBody>
      <dsp:txXfrm>
        <a:off x="1656932" y="3293652"/>
        <a:ext cx="2145724" cy="910307"/>
      </dsp:txXfrm>
    </dsp:sp>
    <dsp:sp modelId="{F2AE9CC0-D005-4557-9084-6F847B16F426}">
      <dsp:nvSpPr>
        <dsp:cNvPr id="0" name=""/>
        <dsp:cNvSpPr/>
      </dsp:nvSpPr>
      <dsp:spPr>
        <a:xfrm>
          <a:off x="4176533" y="3293652"/>
          <a:ext cx="910307" cy="91030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46B508-CAE2-40C6-A7AB-1621B698ECD3}">
      <dsp:nvSpPr>
        <dsp:cNvPr id="0" name=""/>
        <dsp:cNvSpPr/>
      </dsp:nvSpPr>
      <dsp:spPr>
        <a:xfrm>
          <a:off x="4367697" y="3484817"/>
          <a:ext cx="527978" cy="52797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45CED5-F2EE-4681-A1DD-4DC8EE6249F5}">
      <dsp:nvSpPr>
        <dsp:cNvPr id="0" name=""/>
        <dsp:cNvSpPr/>
      </dsp:nvSpPr>
      <dsp:spPr>
        <a:xfrm>
          <a:off x="5281906" y="3293652"/>
          <a:ext cx="2145724" cy="910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SYS_CLOCK_GETTIME: For nanosecond precision.</a:t>
          </a:r>
          <a:endParaRPr lang="en-US" sz="1800" kern="1200" dirty="0"/>
        </a:p>
      </dsp:txBody>
      <dsp:txXfrm>
        <a:off x="5281906" y="3293652"/>
        <a:ext cx="2145724" cy="9103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1086F9-DCAF-489E-ACAA-2B13EA62F876}">
      <dsp:nvSpPr>
        <dsp:cNvPr id="0" name=""/>
        <dsp:cNvSpPr/>
      </dsp:nvSpPr>
      <dsp:spPr>
        <a:xfrm>
          <a:off x="1576431" y="246613"/>
          <a:ext cx="787060" cy="7870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42541C-1EB8-4D97-A21E-B5E1C3FEF7F0}">
      <dsp:nvSpPr>
        <dsp:cNvPr id="0" name=""/>
        <dsp:cNvSpPr/>
      </dsp:nvSpPr>
      <dsp:spPr>
        <a:xfrm>
          <a:off x="1185101" y="1460669"/>
          <a:ext cx="1749023" cy="16178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CPU Identification:</a:t>
          </a:r>
          <a:r>
            <a:rPr lang="en-US" sz="2000" b="0" i="0" kern="1200" baseline="0" dirty="0"/>
            <a:t> Extracts Brand String, Vendor ID, and Stepping.</a:t>
          </a:r>
          <a:endParaRPr lang="en-US" sz="2000" kern="1200" dirty="0"/>
        </a:p>
      </dsp:txBody>
      <dsp:txXfrm>
        <a:off x="1185101" y="1460669"/>
        <a:ext cx="1749023" cy="1617846"/>
      </dsp:txXfrm>
    </dsp:sp>
    <dsp:sp modelId="{66AEFC5C-CDD1-4BDC-BD9B-7663079DD721}">
      <dsp:nvSpPr>
        <dsp:cNvPr id="0" name=""/>
        <dsp:cNvSpPr/>
      </dsp:nvSpPr>
      <dsp:spPr>
        <a:xfrm>
          <a:off x="4761084" y="327578"/>
          <a:ext cx="787060" cy="7870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DB3241-05DF-4B9C-8086-74C45B761947}">
      <dsp:nvSpPr>
        <dsp:cNvPr id="0" name=""/>
        <dsp:cNvSpPr/>
      </dsp:nvSpPr>
      <dsp:spPr>
        <a:xfrm>
          <a:off x="4280103" y="1539345"/>
          <a:ext cx="1749023" cy="16178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Feature Flags:</a:t>
          </a:r>
          <a:r>
            <a:rPr lang="en-US" sz="2000" b="0" i="0" kern="1200" baseline="0" dirty="0"/>
            <a:t> Detects instruction set extensions (SSE, AVX, AVX2, AES-NI).</a:t>
          </a:r>
          <a:endParaRPr lang="en-US" sz="2000" kern="1200" dirty="0"/>
        </a:p>
      </dsp:txBody>
      <dsp:txXfrm>
        <a:off x="4280103" y="1539345"/>
        <a:ext cx="1749023" cy="1617846"/>
      </dsp:txXfrm>
    </dsp:sp>
    <dsp:sp modelId="{89AC63B6-C974-4FD7-9B9A-0281D589BFBC}">
      <dsp:nvSpPr>
        <dsp:cNvPr id="0" name=""/>
        <dsp:cNvSpPr/>
      </dsp:nvSpPr>
      <dsp:spPr>
        <a:xfrm>
          <a:off x="7398895" y="417224"/>
          <a:ext cx="787060" cy="7870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9E1CBD-B07B-402A-AD90-6204A6D42ADE}">
      <dsp:nvSpPr>
        <dsp:cNvPr id="0" name=""/>
        <dsp:cNvSpPr/>
      </dsp:nvSpPr>
      <dsp:spPr>
        <a:xfrm>
          <a:off x="6962737" y="1550378"/>
          <a:ext cx="1749023" cy="16178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Cache Topology:</a:t>
          </a:r>
          <a:r>
            <a:rPr lang="en-US" sz="2000" b="0" i="0" kern="1200" baseline="0" dirty="0"/>
            <a:t> Maps L1, L2, and L3 cache hierarchies.</a:t>
          </a:r>
          <a:endParaRPr lang="en-US" sz="2000" kern="1200" dirty="0"/>
        </a:p>
      </dsp:txBody>
      <dsp:txXfrm>
        <a:off x="6962737" y="1550378"/>
        <a:ext cx="1749023" cy="1617846"/>
      </dsp:txXfrm>
    </dsp:sp>
    <dsp:sp modelId="{EAEBAD73-DA23-4EDD-B5CB-35772FA2D06F}">
      <dsp:nvSpPr>
        <dsp:cNvPr id="0" name=""/>
        <dsp:cNvSpPr/>
      </dsp:nvSpPr>
      <dsp:spPr>
        <a:xfrm>
          <a:off x="9796140" y="401467"/>
          <a:ext cx="787060" cy="7870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198587-D587-4B93-B4F1-8DB9A794B948}">
      <dsp:nvSpPr>
        <dsp:cNvPr id="0" name=""/>
        <dsp:cNvSpPr/>
      </dsp:nvSpPr>
      <dsp:spPr>
        <a:xfrm>
          <a:off x="9319336" y="1386943"/>
          <a:ext cx="1749023" cy="16178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Memory Parsing:</a:t>
          </a:r>
          <a:r>
            <a:rPr lang="en-US" sz="2000" b="0" i="0" kern="1200" baseline="0" dirty="0"/>
            <a:t> Real-time data extraction from </a:t>
          </a:r>
          <a:r>
            <a:rPr lang="en-US" sz="2000" b="0" i="0" kern="1200" baseline="0" dirty="0">
              <a:solidFill>
                <a:schemeClr val="bg1">
                  <a:lumMod val="85000"/>
                </a:schemeClr>
              </a:solidFill>
              <a:highlight>
                <a:srgbClr val="0E191F"/>
              </a:highlight>
            </a:rPr>
            <a:t>/proc/</a:t>
          </a:r>
          <a:r>
            <a:rPr lang="en-US" sz="2000" b="0" i="0" kern="1200" baseline="0" dirty="0" err="1">
              <a:solidFill>
                <a:schemeClr val="bg1">
                  <a:lumMod val="85000"/>
                </a:schemeClr>
              </a:solidFill>
              <a:highlight>
                <a:srgbClr val="0E191F"/>
              </a:highlight>
            </a:rPr>
            <a:t>meminfo</a:t>
          </a:r>
          <a:r>
            <a:rPr lang="en-US" sz="2000" b="0" i="0" kern="1200" baseline="0" dirty="0"/>
            <a:t>.</a:t>
          </a:r>
          <a:endParaRPr lang="en-US" sz="2000" kern="1200" dirty="0"/>
        </a:p>
      </dsp:txBody>
      <dsp:txXfrm>
        <a:off x="9319336" y="1386943"/>
        <a:ext cx="1749023" cy="16178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D1DBA1-9E55-4E13-BFF1-9CA85616362D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0AAE6D-87F7-42AC-8C89-E9138A454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68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1D227D51-204B-ED48-AF9A-0BE9633FE04A}"/>
              </a:ext>
            </a:extLst>
          </p:cNvPr>
          <p:cNvSpPr/>
          <p:nvPr/>
        </p:nvSpPr>
        <p:spPr>
          <a:xfrm>
            <a:off x="5224243" y="1096772"/>
            <a:ext cx="650318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57A23F45-CDAE-8A40-8DE7-92A0BBC119B7}"/>
              </a:ext>
            </a:extLst>
          </p:cNvPr>
          <p:cNvSpPr/>
          <p:nvPr/>
        </p:nvSpPr>
        <p:spPr>
          <a:xfrm>
            <a:off x="501681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546383-CCC4-544B-B0D8-DE78DE39BB78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D1728-714F-2942-A0D1-82FF9419B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106" y="1625608"/>
            <a:ext cx="8035342" cy="2722164"/>
          </a:xfrm>
        </p:spPr>
        <p:txBody>
          <a:bodyPr anchor="b"/>
          <a:lstStyle>
            <a:lvl1pPr algn="l">
              <a:defRPr sz="8000" spc="-1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072D4-1496-3347-BBF8-5879DF263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106" y="4466845"/>
            <a:ext cx="8035342" cy="88290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C724-B499-364B-AEB5-B6517F6A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7105" y="5708747"/>
            <a:ext cx="3882843" cy="365125"/>
          </a:xfrm>
        </p:spPr>
        <p:txBody>
          <a:bodyPr/>
          <a:lstStyle>
            <a:lvl1pPr>
              <a:defRPr sz="1400"/>
            </a:lvl1pPr>
          </a:lstStyle>
          <a:p>
            <a:fld id="{73C3BD54-29B9-3D42-B178-776ED395AA85}" type="datetimeFigureOut">
              <a:rPr lang="en-US" smtClean="0"/>
              <a:pPr/>
              <a:t>2/27/2026</a:t>
            </a:fld>
            <a:endParaRPr lang="en-US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3889C-A4E9-B24E-818F-46A1124C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0F50F-250E-6D45-AEBC-2573FED0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543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9F291BE0-7A7E-D04F-974F-9F4577FB2F46}"/>
              </a:ext>
            </a:extLst>
          </p:cNvPr>
          <p:cNvSpPr/>
          <p:nvPr/>
        </p:nvSpPr>
        <p:spPr>
          <a:xfrm>
            <a:off x="6163735" y="1096772"/>
            <a:ext cx="557106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BD33FF1F-6094-0B4A-A3E4-6B0D9283DB44}"/>
              </a:ext>
            </a:extLst>
          </p:cNvPr>
          <p:cNvSpPr/>
          <p:nvPr/>
        </p:nvSpPr>
        <p:spPr>
          <a:xfrm>
            <a:off x="1152948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8A6D9C-C7A5-414B-8CB7-E31470D7D28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D850E-6310-C04D-8CAC-B7FA9F33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B7FB3-5DFC-6547-9567-C0ABE874C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7D2DB-A7B1-204E-8416-E938952B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24BA1-E2D0-1E4B-9DB3-664FE2733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E64B2-36E4-5A4E-A78A-A629829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727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97F6C6D-13AE-FD40-841C-4AB96460C390}"/>
              </a:ext>
            </a:extLst>
          </p:cNvPr>
          <p:cNvSpPr/>
          <p:nvPr/>
        </p:nvSpPr>
        <p:spPr>
          <a:xfrm>
            <a:off x="4291015" y="1096772"/>
            <a:ext cx="7436404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24E27617-2112-2342-9FF1-39F2A241CCCC}"/>
              </a:ext>
            </a:extLst>
          </p:cNvPr>
          <p:cNvSpPr/>
          <p:nvPr/>
        </p:nvSpPr>
        <p:spPr>
          <a:xfrm>
            <a:off x="408637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33CE582-7AFE-D048-B5BC-212A12A28F25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EAEF4-E84F-CF40-B27B-01E1D2AFC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1881951"/>
            <a:ext cx="7335836" cy="1987707"/>
          </a:xfrm>
        </p:spPr>
        <p:txBody>
          <a:bodyPr anchor="b"/>
          <a:lstStyle>
            <a:lvl1pPr>
              <a:defRPr sz="6000" spc="-1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7B7E1-CC48-2441-975D-F1A5412B8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49" y="3869661"/>
            <a:ext cx="7335836" cy="94846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6218-1FCF-7A4D-B138-D1B1DE91A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84204-038C-FD4B-8E1C-0A9967BF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59AB9-E1C6-C841-B423-FD2BB13C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627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057A-C120-5E4E-BB74-223EB6D0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EB7BE-6258-C84C-8242-9865D136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5111" y="2691637"/>
            <a:ext cx="4946643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D23CD-80DB-5740-AE68-76414CA31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76903" y="2691637"/>
            <a:ext cx="4946639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E0921-9102-1440-B315-778888723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7802F-1937-2F43-8FF4-846135D6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09C72-E794-4F4F-8E09-D4883EED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EFA3E2-0F30-664C-AAE4-DE6526B5C71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C3D7AFF-BC7E-BA41-9C64-B5F9619C0EA1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671D2311-E9B8-F041-A7B8-D5696903F22A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40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CA91-F119-0244-888A-95539A84D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10" y="1204721"/>
            <a:ext cx="8266175" cy="14447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A3EAC-4422-D548-8D7F-E9944566F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11" y="2691638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40CA2-88A9-CC42-A375-8B87E47C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111" y="3515550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5F960C-714E-2E4A-8141-A88F38274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76866" y="2691162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97BC24-C907-EC4B-872D-17429A657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76866" y="3515074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E2A045-4283-3C47-B125-68CF3B19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BC25BC-2C98-574D-BCCD-E36CAB07F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5C95A-7789-E042-8471-D442D9BB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F1BA5B-EDD8-B648-8A3E-E2B3570B1EA0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7476360-629C-DE48-85B7-F4BE6CC457D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C5F6C588-FC1B-3147-AFA1-CD7D76C5AEAC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403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5401-5318-7045-8AE3-B1A99F2D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2F55F-EB76-AE49-B554-12B65B63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B6E6E-D81E-C44A-AC54-CBE0134C1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025B9-9F46-3049-9977-0119B96D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5760068-EADA-2B4B-9819-CF981184FAE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DA7622-137E-184A-A93C-8DBB10318AE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54FB0990-6F8D-B048-8309-19B0D1A41033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508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F81DD-2B1F-3444-8023-DD52318F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927EE3-DAA3-D948-B8FD-48417540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532D4-FFBF-6C47-A6C9-D55196D9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8D5541-7726-BA46-8BFA-BF6AA8D42BD7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97F434CF-7503-CE4F-8426-C312C6315AD0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EDBFB2F-FE34-E349-9484-C275FBE3161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222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DCFD-BEE6-AC49-BABD-D8B89C3B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DE035-8260-4443-B1D9-A9C8D5840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813" y="1508252"/>
            <a:ext cx="5606518" cy="40458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1AA53-7507-D04B-9B8E-6A4F7122E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68295"/>
            <a:ext cx="4114800" cy="31858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6E11F-3003-0745-ACAB-FAA4E676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C11A6-59AC-FE45-8A1C-9DDC0058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6F51E-1A94-034C-BBEE-C26A3AF0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0B7D330-76C0-224C-9C3C-27C4D2B0DDB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5464D55-5C51-844B-A38A-8143590FB934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FD988250-C554-DE44-B887-57D0B2AA8E37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533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86C7C-36AD-9A4E-8524-8F44E8839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015248-4C80-3348-A8A9-6C9F5D32FC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31151" y="1096772"/>
            <a:ext cx="6096270" cy="576122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B3083-CA16-C54A-B130-7BEE6DF9D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70666"/>
            <a:ext cx="4114800" cy="318346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C6EB5-D7D1-E247-B9D7-D319E5AAB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BF6CC-F5C4-9847-BADB-8B7441C8F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63FE4-B2F5-7741-B517-533F1C98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B80A771-7D8E-0F4A-93A3-B977667D338E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9320FA-0E3A-2749-9085-DF30FA26F4BD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5A3DF5D0-8A2C-A049-9132-EE1EF7D014D4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016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9F6C0E12-251D-EA44-BF81-4ABDFBB94321}"/>
              </a:ext>
            </a:extLst>
          </p:cNvPr>
          <p:cNvSpPr/>
          <p:nvPr/>
        </p:nvSpPr>
        <p:spPr>
          <a:xfrm>
            <a:off x="7087169" y="1096772"/>
            <a:ext cx="465222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C5FF4-095A-114E-87B6-73C7ADFF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E6EC9-9650-2042-8581-5B4082F94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A0800-B373-3B40-B187-30AFE44CD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A4C1C-C790-B449-8C06-78E8303F9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3E620-F86B-F447-AB06-DDAB3919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0487CB5-43E0-974C-9DDC-252A8A37107F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E9CB83EF-4143-5A45-9B3A-9E70DD50253B}"/>
              </a:ext>
            </a:extLst>
          </p:cNvPr>
          <p:cNvSpPr/>
          <p:nvPr/>
        </p:nvSpPr>
        <p:spPr>
          <a:xfrm>
            <a:off x="11415183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70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DF801-FF8E-6247-9065-D9304CD60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5667" y="1204722"/>
            <a:ext cx="1853360" cy="467664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E2615-7E4D-AB47-ACE6-236D716D7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73667" y="1204722"/>
            <a:ext cx="8274047" cy="46969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F0223-5AC9-374E-BD0C-344F67E2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EDD42-54A1-E648-8829-140EC4C57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DF8F-8DBC-8A47-8000-5BA35DF9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2CE2A98-5154-A544-BE2A-FDC0811C19A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C4EC832-8181-5643-8A62-117E43F0E498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24AF3281-BC22-374D-A461-8B3181F600AA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250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952BFD-D607-6845-9C7B-1C8D3B4EE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B52FF-3B04-8245-BF0B-89C9E2933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691638"/>
            <a:ext cx="8267296" cy="318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99BFE-CBDD-C344-A21E-44A52F11B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 smtClean="0">
                <a:latin typeface="+mn-lt"/>
              </a:defRPr>
            </a:lvl1pPr>
          </a:lstStyle>
          <a:p>
            <a:fld id="{73C3BD54-29B9-3D42-B178-776ED395AA85}" type="datetimeFigureOut">
              <a:rPr lang="en-US" smtClean="0"/>
              <a:pPr/>
              <a:t>2/27/2026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371C0-3DCE-0743-946F-C7540DD78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543179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2ADB-4517-194F-8B4B-A9D26B3C0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875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System Font Regular"/>
        <a:buChar char="–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4F048CC-17C9-B246-BF2A-29E51AD1C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F2224B-49C6-F41E-D8D9-020E4D9C61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5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3" name="Rectangle">
            <a:extLst>
              <a:ext uri="{FF2B5EF4-FFF2-40B4-BE49-F238E27FC236}">
                <a16:creationId xmlns:a16="http://schemas.microsoft.com/office/drawing/2014/main" id="{53C4D10E-16D3-5D49-A995-1FD27619A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0549940" cy="6858000"/>
          </a:xfrm>
          <a:prstGeom prst="rect">
            <a:avLst/>
          </a:prstGeom>
          <a:gradFill flip="none" rotWithShape="1">
            <a:gsLst>
              <a:gs pos="32000">
                <a:schemeClr val="bg1">
                  <a:alpha val="67000"/>
                </a:schemeClr>
              </a:gs>
              <a:gs pos="0">
                <a:schemeClr val="bg1">
                  <a:alpha val="55000"/>
                </a:schemeClr>
              </a:gs>
              <a:gs pos="99000">
                <a:schemeClr val="bg1">
                  <a:alpha val="5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5" name="Cross 24">
            <a:extLst>
              <a:ext uri="{FF2B5EF4-FFF2-40B4-BE49-F238E27FC236}">
                <a16:creationId xmlns:a16="http://schemas.microsoft.com/office/drawing/2014/main" id="{24124FF1-775D-AC4A-81D0-73FC0F54A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250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53E2C7F-F4FF-A94D-ACAE-82823EC88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52CD28-F117-89CE-81F4-59A4C959E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105" y="1625608"/>
            <a:ext cx="6696951" cy="27221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200"/>
              <a:t>System Utilities Suite</a:t>
            </a:r>
            <a:br>
              <a:rPr lang="en-US" sz="6200"/>
            </a:br>
            <a:r>
              <a:rPr lang="en-US" sz="6200"/>
              <a:t>Linux x64 (NASM)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A0E780-F850-C4B5-5745-1BD3CE6A1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105" y="4466845"/>
            <a:ext cx="6696951" cy="882904"/>
          </a:xfrm>
        </p:spPr>
        <p:txBody>
          <a:bodyPr>
            <a:normAutofit/>
          </a:bodyPr>
          <a:lstStyle/>
          <a:p>
            <a:r>
              <a:rPr lang="en-US"/>
              <a:t>Omen team on the low levels!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2754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E0131D-4F92-391C-C859-A810D7D71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F291BE0-7A7E-D04F-974F-9F4577FB2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3735" y="1096772"/>
            <a:ext cx="557106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ross 33">
            <a:extLst>
              <a:ext uri="{FF2B5EF4-FFF2-40B4-BE49-F238E27FC236}">
                <a16:creationId xmlns:a16="http://schemas.microsoft.com/office/drawing/2014/main" id="{BD33FF1F-6094-0B4A-A3E4-6B0D9283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2948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78A6D9C-C7A5-414B-8CB7-E31470D7D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69B9ADB-00CE-7C53-0E37-594FEC2954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154" r="27155"/>
          <a:stretch>
            <a:fillRect/>
          </a:stretch>
        </p:blipFill>
        <p:spPr>
          <a:xfrm>
            <a:off x="1764" y="10"/>
            <a:ext cx="5222474" cy="6857990"/>
          </a:xfrm>
          <a:prstGeom prst="rect">
            <a:avLst/>
          </a:prstGeom>
        </p:spPr>
      </p:pic>
      <p:sp>
        <p:nvSpPr>
          <p:cNvPr id="40" name="Rectangle">
            <a:extLst>
              <a:ext uri="{FF2B5EF4-FFF2-40B4-BE49-F238E27FC236}">
                <a16:creationId xmlns:a16="http://schemas.microsoft.com/office/drawing/2014/main" id="{012D3DE8-D97E-7C4A-A951-51BC92671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1096772"/>
            <a:ext cx="5222474" cy="5761228"/>
          </a:xfrm>
          <a:prstGeom prst="rect">
            <a:avLst/>
          </a:prstGeom>
          <a:gradFill flip="none" rotWithShape="1">
            <a:gsLst>
              <a:gs pos="32000">
                <a:schemeClr val="tx1">
                  <a:alpha val="67000"/>
                </a:schemeClr>
              </a:gs>
              <a:gs pos="0">
                <a:schemeClr val="tx1">
                  <a:alpha val="55000"/>
                </a:schemeClr>
              </a:gs>
              <a:gs pos="99000">
                <a:schemeClr val="tx1">
                  <a:alpha val="5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D551A03-AA40-DEC9-5DD3-B0CA893FA40F}"/>
              </a:ext>
            </a:extLst>
          </p:cNvPr>
          <p:cNvSpPr txBox="1">
            <a:spLocks/>
          </p:cNvSpPr>
          <p:nvPr/>
        </p:nvSpPr>
        <p:spPr>
          <a:xfrm>
            <a:off x="565149" y="1553972"/>
            <a:ext cx="4114800" cy="40649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000" kern="1200" spc="-15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Team Members:</a:t>
            </a:r>
            <a:endParaRPr lang="en-US" sz="44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EB09470-C9D8-BB1F-A566-29881530D550}"/>
              </a:ext>
            </a:extLst>
          </p:cNvPr>
          <p:cNvSpPr txBox="1">
            <a:spLocks/>
          </p:cNvSpPr>
          <p:nvPr/>
        </p:nvSpPr>
        <p:spPr>
          <a:xfrm>
            <a:off x="6096000" y="1553972"/>
            <a:ext cx="5530839" cy="4327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System Font Regular"/>
              <a:buNone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None/>
              <a:defRPr sz="2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System Font Regular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dirty="0"/>
              <a:t>Joseph George Wahba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Menna-Allah Ahmed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Abdelhalim Ramadan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Zeyad Muhamed Yehya</a:t>
            </a:r>
          </a:p>
        </p:txBody>
      </p:sp>
      <p:sp>
        <p:nvSpPr>
          <p:cNvPr id="42" name="Rectangle">
            <a:extLst>
              <a:ext uri="{FF2B5EF4-FFF2-40B4-BE49-F238E27FC236}">
                <a16:creationId xmlns:a16="http://schemas.microsoft.com/office/drawing/2014/main" id="{F9A7C64A-7759-E942-8BF4-90D7548722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2471" y="1096772"/>
            <a:ext cx="492517" cy="5761228"/>
          </a:xfrm>
          <a:prstGeom prst="rect">
            <a:avLst/>
          </a:prstGeom>
          <a:solidFill>
            <a:schemeClr val="bg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44" name="Cross 43">
            <a:extLst>
              <a:ext uri="{FF2B5EF4-FFF2-40B4-BE49-F238E27FC236}">
                <a16:creationId xmlns:a16="http://schemas.microsoft.com/office/drawing/2014/main" id="{6E8F4613-F584-E34B-9CDA-FF05A0B4C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680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C276E95-1B84-914C-B0C5-9FA065619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5170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BAD0FF-E824-4446-B45B-97AE09094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96772"/>
            <a:ext cx="510659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0D8FDD6E-0FB9-5542-B194-9DD8BD806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916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9BDEE-54CC-7086-A328-7C92D02B4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508252"/>
            <a:ext cx="4114800" cy="4371971"/>
          </a:xfrm>
        </p:spPr>
        <p:txBody>
          <a:bodyPr>
            <a:normAutofit/>
          </a:bodyPr>
          <a:lstStyle/>
          <a:p>
            <a:r>
              <a:rPr lang="en-US" dirty="0"/>
              <a:t>Introduction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CB8B7-7BAF-C071-F172-F4EAD9807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5098" y="1628394"/>
            <a:ext cx="6946901" cy="4686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Goal:</a:t>
            </a:r>
          </a:p>
          <a:p>
            <a:pPr marL="0" indent="0">
              <a:buNone/>
            </a:pPr>
            <a:r>
              <a:rPr lang="en-US" dirty="0"/>
              <a:t>To develop a lightweight, high-performance system utility using NASM.</a:t>
            </a:r>
          </a:p>
          <a:p>
            <a:pPr marL="0" indent="0">
              <a:buNone/>
            </a:pPr>
            <a:r>
              <a:rPr lang="en-US" b="1" dirty="0"/>
              <a:t>Why Assembly?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Direct hardware access via CPUID</a:t>
            </a:r>
            <a:r>
              <a:rPr lang="en-US" sz="1400" dirty="0"/>
              <a:t>(CPU Identification Instruction)</a:t>
            </a:r>
            <a:r>
              <a:rPr lang="en-US" dirty="0"/>
              <a:t> and RDTSC</a:t>
            </a:r>
            <a:r>
              <a:rPr lang="en-US" sz="1400" dirty="0"/>
              <a:t>(Read Time-Stamp Counter)</a:t>
            </a:r>
            <a:r>
              <a:rPr lang="en-US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Minimal binary footprint.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Maximum execution speed for benchmarking.</a:t>
            </a:r>
          </a:p>
          <a:p>
            <a:pPr marL="0" indent="0">
              <a:buNone/>
            </a:pPr>
            <a:r>
              <a:rPr lang="en-US" b="1" dirty="0"/>
              <a:t>Platform:</a:t>
            </a:r>
            <a:r>
              <a:rPr lang="en-US" dirty="0"/>
              <a:t> 64-bit Linux Kernel.</a:t>
            </a:r>
          </a:p>
        </p:txBody>
      </p:sp>
    </p:spTree>
    <p:extLst>
      <p:ext uri="{BB962C8B-B14F-4D97-AF65-F5344CB8AC3E}">
        <p14:creationId xmlns:p14="http://schemas.microsoft.com/office/powerpoint/2010/main" val="37214378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F4E33-D15A-B6C2-05A9-E8EC7FCC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424791"/>
            <a:ext cx="7673416" cy="946808"/>
          </a:xfrm>
        </p:spPr>
        <p:txBody>
          <a:bodyPr>
            <a:normAutofit fontScale="90000"/>
          </a:bodyPr>
          <a:lstStyle/>
          <a:p>
            <a:r>
              <a:rPr lang="en-US" dirty="0"/>
              <a:t>But first </a:t>
            </a:r>
            <a:r>
              <a:rPr lang="en-US" b="1" dirty="0"/>
              <a:t>What is NASM?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58FC8-5CAE-E14B-C0F6-33300DF36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138" y="1371599"/>
            <a:ext cx="8267296" cy="4154214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NASM</a:t>
            </a:r>
            <a:r>
              <a:rPr lang="en-US" dirty="0"/>
              <a:t> stands for: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Netwide Assembler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/>
              <a:t>Character Mapping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/>
              <a:t>N</a:t>
            </a:r>
            <a:r>
              <a:rPr lang="en-US" sz="1800" dirty="0"/>
              <a:t> → Net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/>
              <a:t>A</a:t>
            </a:r>
            <a:r>
              <a:rPr lang="en-US" sz="1800" dirty="0"/>
              <a:t> → Assembler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/>
              <a:t>S</a:t>
            </a:r>
            <a:r>
              <a:rPr lang="en-US" sz="1800" dirty="0"/>
              <a:t> → (part of Assembler)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/>
              <a:t>M</a:t>
            </a:r>
            <a:r>
              <a:rPr lang="en-US" sz="1800" dirty="0"/>
              <a:t> → (part of Assembler)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457200" lvl="1" indent="0">
              <a:buNone/>
            </a:pPr>
            <a:endParaRPr lang="en-US" sz="1600" dirty="0"/>
          </a:p>
          <a:p>
            <a:pPr marL="457200" lvl="1" indent="0">
              <a:buNone/>
            </a:pPr>
            <a:endParaRPr lang="en-US" sz="16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b="1" dirty="0"/>
              <a:t>Definition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/>
              <a:t>NASM (Netwide Assembler)</a:t>
            </a:r>
            <a:r>
              <a:rPr lang="en-US" sz="1800" dirty="0"/>
              <a:t> is an open-source </a:t>
            </a:r>
            <a:r>
              <a:rPr lang="en-US" sz="1800" b="1" dirty="0"/>
              <a:t>x86 assembler</a:t>
            </a:r>
            <a:r>
              <a:rPr lang="en-US" sz="1800" dirty="0"/>
              <a:t> used to convert </a:t>
            </a:r>
            <a:r>
              <a:rPr lang="en-US" sz="1800" b="1" dirty="0"/>
              <a:t>assembly language</a:t>
            </a:r>
            <a:r>
              <a:rPr lang="en-US" sz="1800" dirty="0"/>
              <a:t> into machine code.</a:t>
            </a:r>
          </a:p>
          <a:p>
            <a:pPr marL="457200" lvl="1" indent="0">
              <a:buNone/>
            </a:pP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EF4C6C-2F64-2062-C72F-97FC46F9B021}"/>
              </a:ext>
            </a:extLst>
          </p:cNvPr>
          <p:cNvSpPr txBox="1"/>
          <p:nvPr/>
        </p:nvSpPr>
        <p:spPr>
          <a:xfrm>
            <a:off x="6481300" y="1371599"/>
            <a:ext cx="5086521" cy="40626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b="1" dirty="0"/>
              <a:t>Key Points</a:t>
            </a:r>
          </a:p>
          <a:p>
            <a:r>
              <a:rPr lang="en-US" sz="2000" dirty="0"/>
              <a:t>Used mainly on </a:t>
            </a:r>
            <a:r>
              <a:rPr lang="en-US" sz="2000" b="1" dirty="0"/>
              <a:t>Linux and Unix-like systems</a:t>
            </a:r>
            <a:endParaRPr lang="en-US" sz="2000" dirty="0"/>
          </a:p>
          <a:p>
            <a:r>
              <a:rPr lang="en-US" sz="2000" b="1" dirty="0"/>
              <a:t>Supports output formats like: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ELF (Linux)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COFF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Mach-O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Flat binary</a:t>
            </a:r>
          </a:p>
          <a:p>
            <a:r>
              <a:rPr lang="en-US" sz="2000" b="1" dirty="0"/>
              <a:t>Common 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Operating Systems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Low-level programming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Reverse Engineering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Exploit development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018858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6C0C84-F835-40E3-9608-D6D2F70C9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0"/>
            <a:ext cx="3198777" cy="4024885"/>
          </a:xfrm>
        </p:spPr>
        <p:txBody>
          <a:bodyPr>
            <a:normAutofit/>
          </a:bodyPr>
          <a:lstStyle/>
          <a:p>
            <a:r>
              <a:rPr lang="en-US" dirty="0"/>
              <a:t>System Architecture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1CD9BE-93F1-ED44-946B-8354D74B0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2E6E09-FCB0-5F41-8BAE-C0581D54B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D269DB01-9C3C-7841-B8E8-6FDFEF70C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66BF437B-753E-BB6B-9952-ADE993A136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6670775"/>
              </p:ext>
            </p:extLst>
          </p:nvPr>
        </p:nvGraphicFramePr>
        <p:xfrm>
          <a:off x="3647662" y="1508251"/>
          <a:ext cx="7979190" cy="42365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33313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969FB0-B00C-96B9-F512-22CD35A63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</p:spPr>
        <p:txBody>
          <a:bodyPr>
            <a:normAutofit/>
          </a:bodyPr>
          <a:lstStyle/>
          <a:p>
            <a:r>
              <a:rPr lang="en-US" dirty="0"/>
              <a:t>Feature 1 - Hardware Discovery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1CD9BE-93F1-ED44-946B-8354D74B0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2E6E09-FCB0-5F41-8BAE-C0581D54B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D269DB01-9C3C-7841-B8E8-6FDFEF70C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Rectangle 2">
            <a:extLst>
              <a:ext uri="{FF2B5EF4-FFF2-40B4-BE49-F238E27FC236}">
                <a16:creationId xmlns:a16="http://schemas.microsoft.com/office/drawing/2014/main" id="{EAC02DDD-4114-7355-426F-0520BF8B22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4040719"/>
              </p:ext>
            </p:extLst>
          </p:nvPr>
        </p:nvGraphicFramePr>
        <p:xfrm>
          <a:off x="-308113" y="2395330"/>
          <a:ext cx="12364332" cy="3484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47577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367E596-6364-884D-8ECA-DABD757BD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 electronic circuit board in blue color">
            <a:extLst>
              <a:ext uri="{FF2B5EF4-FFF2-40B4-BE49-F238E27FC236}">
                <a16:creationId xmlns:a16="http://schemas.microsoft.com/office/drawing/2014/main" id="{087F648F-0092-93DE-66E5-9469C6EB0B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">
            <a:extLst>
              <a:ext uri="{FF2B5EF4-FFF2-40B4-BE49-F238E27FC236}">
                <a16:creationId xmlns:a16="http://schemas.microsoft.com/office/drawing/2014/main" id="{6C7511A4-6FBF-0246-AB44-3B819A707D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0549940" cy="6858000"/>
          </a:xfrm>
          <a:prstGeom prst="rect">
            <a:avLst/>
          </a:prstGeom>
          <a:gradFill flip="none" rotWithShape="1">
            <a:gsLst>
              <a:gs pos="32000">
                <a:schemeClr val="bg1">
                  <a:alpha val="67000"/>
                </a:schemeClr>
              </a:gs>
              <a:gs pos="0">
                <a:schemeClr val="bg1">
                  <a:alpha val="55000"/>
                </a:schemeClr>
              </a:gs>
              <a:gs pos="99000">
                <a:schemeClr val="bg1">
                  <a:alpha val="5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857F1F-17F7-9144-8BBA-AD63FC0AA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3C49F4-6166-1473-B5CB-76C8119B0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427" y="447655"/>
            <a:ext cx="8267296" cy="1446550"/>
          </a:xfrm>
        </p:spPr>
        <p:txBody>
          <a:bodyPr>
            <a:normAutofit/>
          </a:bodyPr>
          <a:lstStyle/>
          <a:p>
            <a:r>
              <a:rPr lang="en-US" dirty="0"/>
              <a:t>Feature 2 - Performance Benchmarking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8FEB1-3573-AE2B-43C5-22DE4957E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427" y="2131724"/>
            <a:ext cx="9984790" cy="4047092"/>
          </a:xfrm>
        </p:spPr>
        <p:txBody>
          <a:bodyPr>
            <a:normAutofit/>
          </a:bodyPr>
          <a:lstStyle/>
          <a:p>
            <a:r>
              <a:rPr lang="en-US" sz="2800" b="1" dirty="0"/>
              <a:t>Frequency Estimation</a:t>
            </a:r>
            <a:r>
              <a:rPr lang="en-US" sz="2800" dirty="0"/>
              <a:t>: Uses the Time Stamp Counter (RDTSC) to calculate actual CPU clock speed in GHz.</a:t>
            </a:r>
          </a:p>
          <a:p>
            <a:r>
              <a:rPr lang="en-US" sz="2800" b="1" dirty="0"/>
              <a:t>Throughput Comparison: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1" dirty="0"/>
              <a:t>Scalar</a:t>
            </a:r>
            <a:r>
              <a:rPr lang="en-US" sz="2400" dirty="0"/>
              <a:t>: 64-bit integer processing.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1" dirty="0"/>
              <a:t>SSE</a:t>
            </a:r>
            <a:r>
              <a:rPr lang="en-US" sz="1600" dirty="0"/>
              <a:t>(Streaming SIMD Extensions) </a:t>
            </a:r>
            <a:r>
              <a:rPr lang="en-US" sz="2400" dirty="0"/>
              <a:t>(128-bit): 4-way SIMD floating-point operations.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1" dirty="0"/>
              <a:t>AVX</a:t>
            </a:r>
            <a:r>
              <a:rPr lang="en-US" sz="1600" dirty="0"/>
              <a:t>(Advanced Vector Extensions) </a:t>
            </a:r>
            <a:r>
              <a:rPr lang="en-US" sz="2400" dirty="0"/>
              <a:t>(256-bit): 8-way SIMD operations (The peak performance tier).</a:t>
            </a:r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D56D3E8-B102-DF4E-8F6F-48B290222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250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02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367E596-6364-884D-8ECA-DABD757BD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lorful rulers and protractors">
            <a:extLst>
              <a:ext uri="{FF2B5EF4-FFF2-40B4-BE49-F238E27FC236}">
                <a16:creationId xmlns:a16="http://schemas.microsoft.com/office/drawing/2014/main" id="{9E4D2A11-78E8-5DB4-1136-297ABF86C7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58" b="1305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">
            <a:extLst>
              <a:ext uri="{FF2B5EF4-FFF2-40B4-BE49-F238E27FC236}">
                <a16:creationId xmlns:a16="http://schemas.microsoft.com/office/drawing/2014/main" id="{6C7511A4-6FBF-0246-AB44-3B819A707D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0549940" cy="6858000"/>
          </a:xfrm>
          <a:prstGeom prst="rect">
            <a:avLst/>
          </a:prstGeom>
          <a:gradFill flip="none" rotWithShape="1">
            <a:gsLst>
              <a:gs pos="32000">
                <a:schemeClr val="bg1">
                  <a:alpha val="67000"/>
                </a:schemeClr>
              </a:gs>
              <a:gs pos="0">
                <a:schemeClr val="bg1">
                  <a:alpha val="55000"/>
                </a:schemeClr>
              </a:gs>
              <a:gs pos="99000">
                <a:schemeClr val="bg1">
                  <a:alpha val="5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857F1F-17F7-9144-8BBA-AD63FC0AA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F6C747-FD45-7211-17CC-22F67FA48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341" y="1036701"/>
            <a:ext cx="8267296" cy="1446550"/>
          </a:xfrm>
        </p:spPr>
        <p:txBody>
          <a:bodyPr>
            <a:normAutofit/>
          </a:bodyPr>
          <a:lstStyle/>
          <a:p>
            <a:r>
              <a:rPr lang="en-US" dirty="0"/>
              <a:t>Feature 3 - Utility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4E8A4-0000-9D31-8FE6-E3D2810D7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537" y="2214559"/>
            <a:ext cx="10143027" cy="36067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/>
              <a:t>Precision Stopwatch: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Runs in "Raw Terminal Mode" (Disables line buffering).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Non-blocking input using the poll </a:t>
            </a:r>
            <a:r>
              <a:rPr lang="en-US" sz="2400" dirty="0" err="1"/>
              <a:t>syscall</a:t>
            </a:r>
            <a:r>
              <a:rPr lang="en-US" sz="2400" dirty="0"/>
              <a:t>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2400" dirty="0"/>
          </a:p>
          <a:p>
            <a:pPr>
              <a:lnSpc>
                <a:spcPct val="90000"/>
              </a:lnSpc>
            </a:pPr>
            <a:r>
              <a:rPr lang="en-US" b="1" dirty="0"/>
              <a:t>Scientific Calculator: </a:t>
            </a:r>
            <a:r>
              <a:rPr lang="en-US" dirty="0"/>
              <a:t>Signed 64-bit arithmetic with error handling.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b="1" dirty="0"/>
              <a:t>Base Converter: </a:t>
            </a:r>
            <a:r>
              <a:rPr lang="en-US" dirty="0"/>
              <a:t>Decimal to Binary, Octal, and Hexadecimal.</a:t>
            </a:r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D56D3E8-B102-DF4E-8F6F-48B290222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250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62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367E596-6364-884D-8ECA-DABD757BD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F63C487A-5CFA-2A23-59AF-10F4FCE849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81" b="975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">
            <a:extLst>
              <a:ext uri="{FF2B5EF4-FFF2-40B4-BE49-F238E27FC236}">
                <a16:creationId xmlns:a16="http://schemas.microsoft.com/office/drawing/2014/main" id="{6C7511A4-6FBF-0246-AB44-3B819A707D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0549940" cy="6858000"/>
          </a:xfrm>
          <a:prstGeom prst="rect">
            <a:avLst/>
          </a:prstGeom>
          <a:gradFill flip="none" rotWithShape="1">
            <a:gsLst>
              <a:gs pos="32000">
                <a:schemeClr val="bg1">
                  <a:alpha val="67000"/>
                </a:schemeClr>
              </a:gs>
              <a:gs pos="0">
                <a:schemeClr val="bg1">
                  <a:alpha val="55000"/>
                </a:schemeClr>
              </a:gs>
              <a:gs pos="99000">
                <a:schemeClr val="bg1">
                  <a:alpha val="5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857F1F-17F7-9144-8BBA-AD63FC0AA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34824F-7010-BFFF-8580-B2937A535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</p:spPr>
        <p:txBody>
          <a:bodyPr>
            <a:normAutofit/>
          </a:bodyPr>
          <a:lstStyle/>
          <a:p>
            <a:r>
              <a:rPr lang="en-US" dirty="0"/>
              <a:t>Feature 4 - Memory Viewer (Hex Dump)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F0597-F14B-C5E6-9AC9-F31347135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691638"/>
            <a:ext cx="8267296" cy="3188586"/>
          </a:xfrm>
        </p:spPr>
        <p:txBody>
          <a:bodyPr>
            <a:normAutofit/>
          </a:bodyPr>
          <a:lstStyle/>
          <a:p>
            <a:r>
              <a:rPr lang="en-US" b="1" dirty="0"/>
              <a:t>Purpose: </a:t>
            </a:r>
            <a:r>
              <a:rPr lang="en-US" dirty="0"/>
              <a:t>Low-level introspection of the application's executable segment.</a:t>
            </a:r>
          </a:p>
          <a:p>
            <a:endParaRPr lang="en-US" dirty="0"/>
          </a:p>
          <a:p>
            <a:r>
              <a:rPr lang="en-US" b="1" dirty="0"/>
              <a:t>Implementation: *</a:t>
            </a:r>
            <a:r>
              <a:rPr lang="en-US" dirty="0"/>
              <a:t> Dumps 256 bytes of the </a:t>
            </a:r>
            <a:r>
              <a:rPr lang="en-US">
                <a:highlight>
                  <a:srgbClr val="000000"/>
                </a:highlight>
              </a:rPr>
              <a:t>.text</a:t>
            </a:r>
            <a:r>
              <a:rPr lang="en-US"/>
              <a:t> </a:t>
            </a:r>
            <a:r>
              <a:rPr lang="en-US" dirty="0"/>
              <a:t>section.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ANSI color-coding for readability (Yellow for ASCII, Cyan for non-printable).</a:t>
            </a:r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D56D3E8-B102-DF4E-8F6F-48B290222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250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647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367E596-6364-884D-8ECA-DABD757BD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2625B218-ABAF-4A73-72CD-10BCA19048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00" b="125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" name="Rectangle">
            <a:extLst>
              <a:ext uri="{FF2B5EF4-FFF2-40B4-BE49-F238E27FC236}">
                <a16:creationId xmlns:a16="http://schemas.microsoft.com/office/drawing/2014/main" id="{6C7511A4-6FBF-0246-AB44-3B819A707D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0549940" cy="6858000"/>
          </a:xfrm>
          <a:prstGeom prst="rect">
            <a:avLst/>
          </a:prstGeom>
          <a:gradFill flip="none" rotWithShape="1">
            <a:gsLst>
              <a:gs pos="32000">
                <a:schemeClr val="bg1">
                  <a:alpha val="67000"/>
                </a:schemeClr>
              </a:gs>
              <a:gs pos="0">
                <a:schemeClr val="bg1">
                  <a:alpha val="55000"/>
                </a:schemeClr>
              </a:gs>
              <a:gs pos="99000">
                <a:schemeClr val="bg1">
                  <a:alpha val="5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857F1F-17F7-9144-8BBA-AD63FC0AA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1FE286-C063-7EE1-B478-89A29CB70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</p:spPr>
        <p:txBody>
          <a:bodyPr>
            <a:normAutofit/>
          </a:bodyPr>
          <a:lstStyle/>
          <a:p>
            <a:r>
              <a:rPr lang="en-US" dirty="0"/>
              <a:t>Build System (Automation)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1E3A2-3EA0-0312-F047-30309E7EF0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691638"/>
            <a:ext cx="8267296" cy="3188586"/>
          </a:xfrm>
        </p:spPr>
        <p:txBody>
          <a:bodyPr>
            <a:normAutofit/>
          </a:bodyPr>
          <a:lstStyle/>
          <a:p>
            <a:r>
              <a:rPr lang="en-US" b="1" dirty="0"/>
              <a:t>Toolchain:</a:t>
            </a:r>
            <a:r>
              <a:rPr lang="en-US" dirty="0"/>
              <a:t> </a:t>
            </a:r>
            <a:r>
              <a:rPr lang="en-US" dirty="0" err="1"/>
              <a:t>nasm</a:t>
            </a:r>
            <a:r>
              <a:rPr lang="en-US" dirty="0"/>
              <a:t> for assembling and </a:t>
            </a:r>
            <a:r>
              <a:rPr lang="en-US" dirty="0" err="1"/>
              <a:t>ld</a:t>
            </a:r>
            <a:r>
              <a:rPr lang="en-US" dirty="0"/>
              <a:t> for linking.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Scripting:</a:t>
            </a:r>
            <a:r>
              <a:rPr lang="en-US" dirty="0"/>
              <a:t> A custom Bash script (compile.sh) automates the workflow.</a:t>
            </a:r>
          </a:p>
          <a:p>
            <a:endParaRPr lang="en-US" dirty="0"/>
          </a:p>
          <a:p>
            <a:r>
              <a:rPr lang="en-US" b="1" dirty="0"/>
              <a:t>User Experience:</a:t>
            </a:r>
            <a:r>
              <a:rPr lang="en-US" dirty="0"/>
              <a:t> Includes a visual progress bar and colored terminal output for build status.</a:t>
            </a:r>
          </a:p>
        </p:txBody>
      </p:sp>
      <p:sp>
        <p:nvSpPr>
          <p:cNvPr id="24" name="Cross 23">
            <a:extLst>
              <a:ext uri="{FF2B5EF4-FFF2-40B4-BE49-F238E27FC236}">
                <a16:creationId xmlns:a16="http://schemas.microsoft.com/office/drawing/2014/main" id="{8D56D3E8-B102-DF4E-8F6F-48B290222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250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3631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ross 11">
            <a:extLst>
              <a:ext uri="{FF2B5EF4-FFF2-40B4-BE49-F238E27FC236}">
                <a16:creationId xmlns:a16="http://schemas.microsoft.com/office/drawing/2014/main" id="{BE50E7BE-734F-224D-B03E-074DE1D12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7667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0CED23-1C38-8B25-F540-968148CCF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62" y="747521"/>
            <a:ext cx="5472909" cy="1446550"/>
          </a:xfrm>
        </p:spPr>
        <p:txBody>
          <a:bodyPr>
            <a:normAutofit/>
          </a:bodyPr>
          <a:lstStyle/>
          <a:p>
            <a:r>
              <a:rPr lang="en-US" dirty="0"/>
              <a:t>Challenges &amp;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1F96F-A481-9776-368B-F80255802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245" y="2304029"/>
            <a:ext cx="8002380" cy="3188586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b="1" dirty="0"/>
              <a:t>Challenge:</a:t>
            </a:r>
            <a:r>
              <a:rPr lang="en-US" dirty="0"/>
              <a:t> Non-blocking input for the timer.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b="1" dirty="0"/>
              <a:t>Solution:</a:t>
            </a:r>
            <a:r>
              <a:rPr lang="en-US" dirty="0"/>
              <a:t> Implementing SYS_POLL to check for keystrokes without stopping the clock.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b="1" dirty="0"/>
              <a:t>Challenge:</a:t>
            </a:r>
            <a:r>
              <a:rPr lang="en-US" dirty="0"/>
              <a:t> Accurate GHz calculation.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Solution:</a:t>
            </a:r>
            <a:r>
              <a:rPr lang="en-US" sz="2400" dirty="0"/>
              <a:t> Measuring RDTSC cycles against a strictly controlled 1-second </a:t>
            </a:r>
            <a:r>
              <a:rPr lang="en-US" sz="2400" dirty="0" err="1"/>
              <a:t>nanosleep</a:t>
            </a:r>
            <a:r>
              <a:rPr lang="en-US" sz="2400" dirty="0"/>
              <a:t> window.</a:t>
            </a:r>
          </a:p>
        </p:txBody>
      </p:sp>
      <p:pic>
        <p:nvPicPr>
          <p:cNvPr id="7" name="Graphic 6" descr="Stopwatch">
            <a:extLst>
              <a:ext uri="{FF2B5EF4-FFF2-40B4-BE49-F238E27FC236}">
                <a16:creationId xmlns:a16="http://schemas.microsoft.com/office/drawing/2014/main" id="{A7118EF7-03A1-693A-8134-03494A9E10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1881" y="1365385"/>
            <a:ext cx="4127230" cy="412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2759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7AA558-3D17-674C-D662-5CD1DE2E7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4F048CC-17C9-B246-BF2A-29E51AD1C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417D325-B231-992C-A485-F42A5C3D0A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5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3" name="Rectangle">
            <a:extLst>
              <a:ext uri="{FF2B5EF4-FFF2-40B4-BE49-F238E27FC236}">
                <a16:creationId xmlns:a16="http://schemas.microsoft.com/office/drawing/2014/main" id="{53C4D10E-16D3-5D49-A995-1FD27619A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0549940" cy="6858000"/>
          </a:xfrm>
          <a:prstGeom prst="rect">
            <a:avLst/>
          </a:prstGeom>
          <a:gradFill flip="none" rotWithShape="1">
            <a:gsLst>
              <a:gs pos="32000">
                <a:schemeClr val="bg1">
                  <a:alpha val="67000"/>
                </a:schemeClr>
              </a:gs>
              <a:gs pos="0">
                <a:schemeClr val="bg1">
                  <a:alpha val="55000"/>
                </a:schemeClr>
              </a:gs>
              <a:gs pos="99000">
                <a:schemeClr val="bg1">
                  <a:alpha val="5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35" name="Cross 34">
            <a:extLst>
              <a:ext uri="{FF2B5EF4-FFF2-40B4-BE49-F238E27FC236}">
                <a16:creationId xmlns:a16="http://schemas.microsoft.com/office/drawing/2014/main" id="{24124FF1-775D-AC4A-81D0-73FC0F54A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250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53E2C7F-F4FF-A94D-ACAE-82823EC88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AF0CBE-698F-8BB7-7C52-21240DFBB9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105" y="1625608"/>
            <a:ext cx="6696951" cy="2722164"/>
          </a:xfrm>
        </p:spPr>
        <p:txBody>
          <a:bodyPr>
            <a:normAutofit/>
          </a:bodyPr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112352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MadridVTI">
  <a:themeElements>
    <a:clrScheme name="Madrid R3">
      <a:dk1>
        <a:srgbClr val="000000"/>
      </a:dk1>
      <a:lt1>
        <a:srgbClr val="FFFFFF"/>
      </a:lt1>
      <a:dk2>
        <a:srgbClr val="3A3C45"/>
      </a:dk2>
      <a:lt2>
        <a:srgbClr val="E9EFF1"/>
      </a:lt2>
      <a:accent1>
        <a:srgbClr val="E24400"/>
      </a:accent1>
      <a:accent2>
        <a:srgbClr val="F38E00"/>
      </a:accent2>
      <a:accent3>
        <a:srgbClr val="89B336"/>
      </a:accent3>
      <a:accent4>
        <a:srgbClr val="30B9B9"/>
      </a:accent4>
      <a:accent5>
        <a:srgbClr val="748CF4"/>
      </a:accent5>
      <a:accent6>
        <a:srgbClr val="A673F4"/>
      </a:accent6>
      <a:hlink>
        <a:srgbClr val="008EE6"/>
      </a:hlink>
      <a:folHlink>
        <a:srgbClr val="C1A187"/>
      </a:folHlink>
    </a:clrScheme>
    <a:fontScheme name="Madrid">
      <a:majorFont>
        <a:latin typeface="Seaford Display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ridVTI" id="{5F675924-ADDD-6B4C-A2D4-69150D1F0C16}" vid="{BEA84270-19BD-7342-8ABF-EFF1668AF1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551</Words>
  <Application>Microsoft Office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Arial</vt:lpstr>
      <vt:lpstr>Avenir Next</vt:lpstr>
      <vt:lpstr>Courier New</vt:lpstr>
      <vt:lpstr>Seaford Display</vt:lpstr>
      <vt:lpstr>System Font Regular</vt:lpstr>
      <vt:lpstr>Tenorite</vt:lpstr>
      <vt:lpstr>MadridVTI</vt:lpstr>
      <vt:lpstr>System Utilities Suite Linux x64 (NASM)</vt:lpstr>
      <vt:lpstr>PowerPoint Presentation</vt:lpstr>
      <vt:lpstr>Introduction &amp; Objective</vt:lpstr>
      <vt:lpstr>But first What is NASM? </vt:lpstr>
      <vt:lpstr>System Architecture</vt:lpstr>
      <vt:lpstr>Feature 1 - Hardware Discovery</vt:lpstr>
      <vt:lpstr>Feature 2 - Performance Benchmarking</vt:lpstr>
      <vt:lpstr>Feature 3 - Utility Tools</vt:lpstr>
      <vt:lpstr>Feature 4 - Memory Viewer (Hex Dump)</vt:lpstr>
      <vt:lpstr>Build System (Automation)</vt:lpstr>
      <vt:lpstr>Challenges &amp; Solutions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2021137</dc:creator>
  <cp:lastModifiedBy>2021137</cp:lastModifiedBy>
  <cp:revision>3</cp:revision>
  <dcterms:created xsi:type="dcterms:W3CDTF">2026-02-27T19:59:33Z</dcterms:created>
  <dcterms:modified xsi:type="dcterms:W3CDTF">2026-02-27T21:25:38Z</dcterms:modified>
</cp:coreProperties>
</file>